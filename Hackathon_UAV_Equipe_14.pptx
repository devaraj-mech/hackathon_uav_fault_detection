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AF4CE-36EA-4A69-8353-DD8F4F113EC3}" v="25" dt="2025-11-07T09:52:43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DBFDF0-EDE7-4F59-A097-609702B203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6CBADA-77F5-48CC-B87D-31AB64ECE5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🔍 </a:t>
          </a:r>
          <a:r>
            <a:rPr lang="en-US" b="1" i="0" baseline="0"/>
            <a:t>Fault Detection</a:t>
          </a:r>
          <a:r>
            <a:rPr lang="en-US" b="0" i="0" baseline="0"/>
            <a:t>: Check if drone is functioning normally or has faults</a:t>
          </a:r>
          <a:endParaRPr lang="en-US"/>
        </a:p>
      </dgm:t>
    </dgm:pt>
    <dgm:pt modelId="{60A1F15E-7865-4D9C-AB79-DB6A44CC331F}" type="parTrans" cxnId="{924BDD1A-FF2B-4D6A-9492-A42AD46BEBA5}">
      <dgm:prSet/>
      <dgm:spPr/>
      <dgm:t>
        <a:bodyPr/>
        <a:lstStyle/>
        <a:p>
          <a:endParaRPr lang="en-US"/>
        </a:p>
      </dgm:t>
    </dgm:pt>
    <dgm:pt modelId="{2D7121D9-440E-48A6-B3A2-8DAA8E7C8012}" type="sibTrans" cxnId="{924BDD1A-FF2B-4D6A-9492-A42AD46BEBA5}">
      <dgm:prSet/>
      <dgm:spPr/>
      <dgm:t>
        <a:bodyPr/>
        <a:lstStyle/>
        <a:p>
          <a:endParaRPr lang="en-US"/>
        </a:p>
      </dgm:t>
    </dgm:pt>
    <dgm:pt modelId="{A22B81B2-33A2-4E4E-A95B-3EDFA9E36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🧩 </a:t>
          </a:r>
          <a:r>
            <a:rPr lang="en-US" b="1" i="0" baseline="0"/>
            <a:t>Fault Origin</a:t>
          </a:r>
          <a:r>
            <a:rPr lang="en-US" b="0" i="0" baseline="0"/>
            <a:t>: Pinpoint faulty subsystem (e.g., motor, propeller)</a:t>
          </a:r>
          <a:endParaRPr lang="en-US"/>
        </a:p>
      </dgm:t>
    </dgm:pt>
    <dgm:pt modelId="{11359A21-E286-4046-BF2F-E46D841BE729}" type="parTrans" cxnId="{4F5E33D3-3C76-4437-AD60-E0EEA27737C0}">
      <dgm:prSet/>
      <dgm:spPr/>
      <dgm:t>
        <a:bodyPr/>
        <a:lstStyle/>
        <a:p>
          <a:endParaRPr lang="en-US"/>
        </a:p>
      </dgm:t>
    </dgm:pt>
    <dgm:pt modelId="{DC71A9B4-D70E-4F86-B32C-DF00CB733338}" type="sibTrans" cxnId="{4F5E33D3-3C76-4437-AD60-E0EEA27737C0}">
      <dgm:prSet/>
      <dgm:spPr/>
      <dgm:t>
        <a:bodyPr/>
        <a:lstStyle/>
        <a:p>
          <a:endParaRPr lang="en-US"/>
        </a:p>
      </dgm:t>
    </dgm:pt>
    <dgm:pt modelId="{576DD120-A8FD-469E-B4AB-3C6500B8EF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🚨 </a:t>
          </a:r>
          <a:r>
            <a:rPr lang="en-US" b="1" i="0" baseline="0"/>
            <a:t>Severity Assessment</a:t>
          </a:r>
          <a:r>
            <a:rPr lang="en-US" b="0" i="0" baseline="0"/>
            <a:t>: Rate fault criticality to guide maintenance priority</a:t>
          </a:r>
          <a:endParaRPr lang="en-US"/>
        </a:p>
      </dgm:t>
    </dgm:pt>
    <dgm:pt modelId="{9BB4A364-2FD6-470E-AFA2-8B7093E3CE1E}" type="parTrans" cxnId="{2CDAC622-662C-4D46-9530-00C394F5B345}">
      <dgm:prSet/>
      <dgm:spPr/>
      <dgm:t>
        <a:bodyPr/>
        <a:lstStyle/>
        <a:p>
          <a:endParaRPr lang="en-US"/>
        </a:p>
      </dgm:t>
    </dgm:pt>
    <dgm:pt modelId="{6DDE759B-6676-47BA-8216-0D928C62DE41}" type="sibTrans" cxnId="{2CDAC622-662C-4D46-9530-00C394F5B345}">
      <dgm:prSet/>
      <dgm:spPr/>
      <dgm:t>
        <a:bodyPr/>
        <a:lstStyle/>
        <a:p>
          <a:endParaRPr lang="en-US"/>
        </a:p>
      </dgm:t>
    </dgm:pt>
    <dgm:pt modelId="{51623969-6739-49FC-B38C-5A530DB3A351}" type="pres">
      <dgm:prSet presAssocID="{3CDBFDF0-EDE7-4F59-A097-609702B20399}" presName="root" presStyleCnt="0">
        <dgm:presLayoutVars>
          <dgm:dir/>
          <dgm:resizeHandles val="exact"/>
        </dgm:presLayoutVars>
      </dgm:prSet>
      <dgm:spPr/>
    </dgm:pt>
    <dgm:pt modelId="{DADA3A71-82DA-44E7-A119-1D2ABA5A5531}" type="pres">
      <dgm:prSet presAssocID="{6E6CBADA-77F5-48CC-B87D-31AB64ECE583}" presName="compNode" presStyleCnt="0"/>
      <dgm:spPr/>
    </dgm:pt>
    <dgm:pt modelId="{B3ADD786-F670-49CE-9ADC-401B159A5666}" type="pres">
      <dgm:prSet presAssocID="{6E6CBADA-77F5-48CC-B87D-31AB64ECE583}" presName="bgRect" presStyleLbl="bgShp" presStyleIdx="0" presStyleCnt="3"/>
      <dgm:spPr/>
    </dgm:pt>
    <dgm:pt modelId="{40085288-FF7C-490E-A397-9E4CAF8AE7C1}" type="pres">
      <dgm:prSet presAssocID="{6E6CBADA-77F5-48CC-B87D-31AB64ECE5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6C87DE3-B1DE-4669-BCCD-570A832E909C}" type="pres">
      <dgm:prSet presAssocID="{6E6CBADA-77F5-48CC-B87D-31AB64ECE583}" presName="spaceRect" presStyleCnt="0"/>
      <dgm:spPr/>
    </dgm:pt>
    <dgm:pt modelId="{4379F187-0779-4270-A0F9-CB2B8DE5F9A7}" type="pres">
      <dgm:prSet presAssocID="{6E6CBADA-77F5-48CC-B87D-31AB64ECE583}" presName="parTx" presStyleLbl="revTx" presStyleIdx="0" presStyleCnt="3">
        <dgm:presLayoutVars>
          <dgm:chMax val="0"/>
          <dgm:chPref val="0"/>
        </dgm:presLayoutVars>
      </dgm:prSet>
      <dgm:spPr/>
    </dgm:pt>
    <dgm:pt modelId="{B986AAE6-47EA-42BC-8BC4-517B201D577C}" type="pres">
      <dgm:prSet presAssocID="{2D7121D9-440E-48A6-B3A2-8DAA8E7C8012}" presName="sibTrans" presStyleCnt="0"/>
      <dgm:spPr/>
    </dgm:pt>
    <dgm:pt modelId="{66B4F8D0-5293-4E51-BDF2-ACA76647E804}" type="pres">
      <dgm:prSet presAssocID="{A22B81B2-33A2-4E4E-A95B-3EDFA9E3642C}" presName="compNode" presStyleCnt="0"/>
      <dgm:spPr/>
    </dgm:pt>
    <dgm:pt modelId="{3EEDB888-54FD-41AB-8772-8901212A7B45}" type="pres">
      <dgm:prSet presAssocID="{A22B81B2-33A2-4E4E-A95B-3EDFA9E3642C}" presName="bgRect" presStyleLbl="bgShp" presStyleIdx="1" presStyleCnt="3"/>
      <dgm:spPr/>
    </dgm:pt>
    <dgm:pt modelId="{5DDE9972-7E63-41FC-975C-4AE3416A9236}" type="pres">
      <dgm:prSet presAssocID="{A22B81B2-33A2-4E4E-A95B-3EDFA9E364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D5B059EE-D2A2-48B2-876E-E1A9017A64B6}" type="pres">
      <dgm:prSet presAssocID="{A22B81B2-33A2-4E4E-A95B-3EDFA9E3642C}" presName="spaceRect" presStyleCnt="0"/>
      <dgm:spPr/>
    </dgm:pt>
    <dgm:pt modelId="{DBF17C8E-6699-4E01-B294-BBAADDB3ACFE}" type="pres">
      <dgm:prSet presAssocID="{A22B81B2-33A2-4E4E-A95B-3EDFA9E3642C}" presName="parTx" presStyleLbl="revTx" presStyleIdx="1" presStyleCnt="3">
        <dgm:presLayoutVars>
          <dgm:chMax val="0"/>
          <dgm:chPref val="0"/>
        </dgm:presLayoutVars>
      </dgm:prSet>
      <dgm:spPr/>
    </dgm:pt>
    <dgm:pt modelId="{A3C68533-5528-43C0-8BE9-D0414490A495}" type="pres">
      <dgm:prSet presAssocID="{DC71A9B4-D70E-4F86-B32C-DF00CB733338}" presName="sibTrans" presStyleCnt="0"/>
      <dgm:spPr/>
    </dgm:pt>
    <dgm:pt modelId="{74746188-9DC7-4D10-B23D-49ABFE5AC365}" type="pres">
      <dgm:prSet presAssocID="{576DD120-A8FD-469E-B4AB-3C6500B8EF57}" presName="compNode" presStyleCnt="0"/>
      <dgm:spPr/>
    </dgm:pt>
    <dgm:pt modelId="{B98374B8-1ED0-4CC1-89B9-78A4C05F6AEC}" type="pres">
      <dgm:prSet presAssocID="{576DD120-A8FD-469E-B4AB-3C6500B8EF57}" presName="bgRect" presStyleLbl="bgShp" presStyleIdx="2" presStyleCnt="3"/>
      <dgm:spPr/>
    </dgm:pt>
    <dgm:pt modelId="{CCA3CFA7-789A-455D-BED7-1B3E23DEEA77}" type="pres">
      <dgm:prSet presAssocID="{576DD120-A8FD-469E-B4AB-3C6500B8EF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7290DF54-52A4-4070-AD55-5A1D9B327B08}" type="pres">
      <dgm:prSet presAssocID="{576DD120-A8FD-469E-B4AB-3C6500B8EF57}" presName="spaceRect" presStyleCnt="0"/>
      <dgm:spPr/>
    </dgm:pt>
    <dgm:pt modelId="{BB07D0D9-7664-4011-A954-8A6D4DEAEAAA}" type="pres">
      <dgm:prSet presAssocID="{576DD120-A8FD-469E-B4AB-3C6500B8EF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24BDD1A-FF2B-4D6A-9492-A42AD46BEBA5}" srcId="{3CDBFDF0-EDE7-4F59-A097-609702B20399}" destId="{6E6CBADA-77F5-48CC-B87D-31AB64ECE583}" srcOrd="0" destOrd="0" parTransId="{60A1F15E-7865-4D9C-AB79-DB6A44CC331F}" sibTransId="{2D7121D9-440E-48A6-B3A2-8DAA8E7C8012}"/>
    <dgm:cxn modelId="{2CDAC622-662C-4D46-9530-00C394F5B345}" srcId="{3CDBFDF0-EDE7-4F59-A097-609702B20399}" destId="{576DD120-A8FD-469E-B4AB-3C6500B8EF57}" srcOrd="2" destOrd="0" parTransId="{9BB4A364-2FD6-470E-AFA2-8B7093E3CE1E}" sibTransId="{6DDE759B-6676-47BA-8216-0D928C62DE41}"/>
    <dgm:cxn modelId="{EC909253-1CDC-4E9D-8772-56FC4F7234DA}" type="presOf" srcId="{6E6CBADA-77F5-48CC-B87D-31AB64ECE583}" destId="{4379F187-0779-4270-A0F9-CB2B8DE5F9A7}" srcOrd="0" destOrd="0" presId="urn:microsoft.com/office/officeart/2018/2/layout/IconVerticalSolidList"/>
    <dgm:cxn modelId="{D0E1298B-D4D1-4458-B4A2-BD0401667AD8}" type="presOf" srcId="{3CDBFDF0-EDE7-4F59-A097-609702B20399}" destId="{51623969-6739-49FC-B38C-5A530DB3A351}" srcOrd="0" destOrd="0" presId="urn:microsoft.com/office/officeart/2018/2/layout/IconVerticalSolidList"/>
    <dgm:cxn modelId="{5E2DE4BD-0E9D-4633-9C09-1CEA61B99896}" type="presOf" srcId="{A22B81B2-33A2-4E4E-A95B-3EDFA9E3642C}" destId="{DBF17C8E-6699-4E01-B294-BBAADDB3ACFE}" srcOrd="0" destOrd="0" presId="urn:microsoft.com/office/officeart/2018/2/layout/IconVerticalSolidList"/>
    <dgm:cxn modelId="{4F5E33D3-3C76-4437-AD60-E0EEA27737C0}" srcId="{3CDBFDF0-EDE7-4F59-A097-609702B20399}" destId="{A22B81B2-33A2-4E4E-A95B-3EDFA9E3642C}" srcOrd="1" destOrd="0" parTransId="{11359A21-E286-4046-BF2F-E46D841BE729}" sibTransId="{DC71A9B4-D70E-4F86-B32C-DF00CB733338}"/>
    <dgm:cxn modelId="{7CE6D9FF-C6FE-4BF1-B8E3-74C4E2E42137}" type="presOf" srcId="{576DD120-A8FD-469E-B4AB-3C6500B8EF57}" destId="{BB07D0D9-7664-4011-A954-8A6D4DEAEAAA}" srcOrd="0" destOrd="0" presId="urn:microsoft.com/office/officeart/2018/2/layout/IconVerticalSolidList"/>
    <dgm:cxn modelId="{9D1B6BD4-5137-4035-9827-2D5743C8FC13}" type="presParOf" srcId="{51623969-6739-49FC-B38C-5A530DB3A351}" destId="{DADA3A71-82DA-44E7-A119-1D2ABA5A5531}" srcOrd="0" destOrd="0" presId="urn:microsoft.com/office/officeart/2018/2/layout/IconVerticalSolidList"/>
    <dgm:cxn modelId="{BEA4D1C5-94B0-41E2-8CFB-E2B7D8A39920}" type="presParOf" srcId="{DADA3A71-82DA-44E7-A119-1D2ABA5A5531}" destId="{B3ADD786-F670-49CE-9ADC-401B159A5666}" srcOrd="0" destOrd="0" presId="urn:microsoft.com/office/officeart/2018/2/layout/IconVerticalSolidList"/>
    <dgm:cxn modelId="{D04865A6-B5FA-4DC7-AAE3-1C95AF728D76}" type="presParOf" srcId="{DADA3A71-82DA-44E7-A119-1D2ABA5A5531}" destId="{40085288-FF7C-490E-A397-9E4CAF8AE7C1}" srcOrd="1" destOrd="0" presId="urn:microsoft.com/office/officeart/2018/2/layout/IconVerticalSolidList"/>
    <dgm:cxn modelId="{F4CABE84-B4C6-4949-8E8A-217AA6271756}" type="presParOf" srcId="{DADA3A71-82DA-44E7-A119-1D2ABA5A5531}" destId="{96C87DE3-B1DE-4669-BCCD-570A832E909C}" srcOrd="2" destOrd="0" presId="urn:microsoft.com/office/officeart/2018/2/layout/IconVerticalSolidList"/>
    <dgm:cxn modelId="{A433DACA-0F12-4FB4-BE0F-9621100CD65A}" type="presParOf" srcId="{DADA3A71-82DA-44E7-A119-1D2ABA5A5531}" destId="{4379F187-0779-4270-A0F9-CB2B8DE5F9A7}" srcOrd="3" destOrd="0" presId="urn:microsoft.com/office/officeart/2018/2/layout/IconVerticalSolidList"/>
    <dgm:cxn modelId="{6868170F-B37D-436B-9293-77C5FD6839C9}" type="presParOf" srcId="{51623969-6739-49FC-B38C-5A530DB3A351}" destId="{B986AAE6-47EA-42BC-8BC4-517B201D577C}" srcOrd="1" destOrd="0" presId="urn:microsoft.com/office/officeart/2018/2/layout/IconVerticalSolidList"/>
    <dgm:cxn modelId="{FD30507B-E4A2-4109-BE4E-093797E7C4B2}" type="presParOf" srcId="{51623969-6739-49FC-B38C-5A530DB3A351}" destId="{66B4F8D0-5293-4E51-BDF2-ACA76647E804}" srcOrd="2" destOrd="0" presId="urn:microsoft.com/office/officeart/2018/2/layout/IconVerticalSolidList"/>
    <dgm:cxn modelId="{4F9B09D7-1DF3-4762-95BF-06CB8601B01F}" type="presParOf" srcId="{66B4F8D0-5293-4E51-BDF2-ACA76647E804}" destId="{3EEDB888-54FD-41AB-8772-8901212A7B45}" srcOrd="0" destOrd="0" presId="urn:microsoft.com/office/officeart/2018/2/layout/IconVerticalSolidList"/>
    <dgm:cxn modelId="{E60389D1-23C2-47F3-895F-4EE86F617CC8}" type="presParOf" srcId="{66B4F8D0-5293-4E51-BDF2-ACA76647E804}" destId="{5DDE9972-7E63-41FC-975C-4AE3416A9236}" srcOrd="1" destOrd="0" presId="urn:microsoft.com/office/officeart/2018/2/layout/IconVerticalSolidList"/>
    <dgm:cxn modelId="{27317293-8D27-4C7C-98ED-AF9A7D4976D5}" type="presParOf" srcId="{66B4F8D0-5293-4E51-BDF2-ACA76647E804}" destId="{D5B059EE-D2A2-48B2-876E-E1A9017A64B6}" srcOrd="2" destOrd="0" presId="urn:microsoft.com/office/officeart/2018/2/layout/IconVerticalSolidList"/>
    <dgm:cxn modelId="{D68BDAAF-CC2F-4C44-B8B9-1D9621ECF5D3}" type="presParOf" srcId="{66B4F8D0-5293-4E51-BDF2-ACA76647E804}" destId="{DBF17C8E-6699-4E01-B294-BBAADDB3ACFE}" srcOrd="3" destOrd="0" presId="urn:microsoft.com/office/officeart/2018/2/layout/IconVerticalSolidList"/>
    <dgm:cxn modelId="{458BC2C5-32D6-4225-B6E2-45E243913930}" type="presParOf" srcId="{51623969-6739-49FC-B38C-5A530DB3A351}" destId="{A3C68533-5528-43C0-8BE9-D0414490A495}" srcOrd="3" destOrd="0" presId="urn:microsoft.com/office/officeart/2018/2/layout/IconVerticalSolidList"/>
    <dgm:cxn modelId="{303071FB-3824-4D0D-A26D-A5C3C1CFA941}" type="presParOf" srcId="{51623969-6739-49FC-B38C-5A530DB3A351}" destId="{74746188-9DC7-4D10-B23D-49ABFE5AC365}" srcOrd="4" destOrd="0" presId="urn:microsoft.com/office/officeart/2018/2/layout/IconVerticalSolidList"/>
    <dgm:cxn modelId="{9A0091D6-C066-44ED-80FB-E5D31DC81DF9}" type="presParOf" srcId="{74746188-9DC7-4D10-B23D-49ABFE5AC365}" destId="{B98374B8-1ED0-4CC1-89B9-78A4C05F6AEC}" srcOrd="0" destOrd="0" presId="urn:microsoft.com/office/officeart/2018/2/layout/IconVerticalSolidList"/>
    <dgm:cxn modelId="{39719EAD-9B17-4E53-967F-B60B853C6655}" type="presParOf" srcId="{74746188-9DC7-4D10-B23D-49ABFE5AC365}" destId="{CCA3CFA7-789A-455D-BED7-1B3E23DEEA77}" srcOrd="1" destOrd="0" presId="urn:microsoft.com/office/officeart/2018/2/layout/IconVerticalSolidList"/>
    <dgm:cxn modelId="{CFC09FBC-043E-4DE4-AFC3-DE71452C4EAF}" type="presParOf" srcId="{74746188-9DC7-4D10-B23D-49ABFE5AC365}" destId="{7290DF54-52A4-4070-AD55-5A1D9B327B08}" srcOrd="2" destOrd="0" presId="urn:microsoft.com/office/officeart/2018/2/layout/IconVerticalSolidList"/>
    <dgm:cxn modelId="{9E604468-3153-42E6-9DFC-2F96E4836EEF}" type="presParOf" srcId="{74746188-9DC7-4D10-B23D-49ABFE5AC365}" destId="{BB07D0D9-7664-4011-A954-8A6D4DEAEA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B44E0D-C4E7-4E81-901F-9E93BE78C9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289B56-D51E-4894-9827-3F52DF5B8B0F}">
      <dgm:prSet/>
      <dgm:spPr/>
      <dgm:t>
        <a:bodyPr/>
        <a:lstStyle/>
        <a:p>
          <a:r>
            <a:rPr lang="en-US" b="0" i="0" baseline="0"/>
            <a:t>📁 </a:t>
          </a:r>
          <a:r>
            <a:rPr lang="en-US" b="1" i="0" baseline="0"/>
            <a:t>Format</a:t>
          </a:r>
          <a:r>
            <a:rPr lang="en-US" b="0" i="0" baseline="0"/>
            <a:t>: MATLAB files, Python-compatible via scipy.io.loadmat</a:t>
          </a:r>
          <a:endParaRPr lang="en-US"/>
        </a:p>
      </dgm:t>
    </dgm:pt>
    <dgm:pt modelId="{108378CB-47D9-4E36-86B5-E177199241C1}" type="parTrans" cxnId="{EA1F2102-E7EB-4587-AE3C-00D219C98C88}">
      <dgm:prSet/>
      <dgm:spPr/>
      <dgm:t>
        <a:bodyPr/>
        <a:lstStyle/>
        <a:p>
          <a:endParaRPr lang="en-US"/>
        </a:p>
      </dgm:t>
    </dgm:pt>
    <dgm:pt modelId="{7BA0A675-BAC8-4E34-93EC-67A5F146A834}" type="sibTrans" cxnId="{EA1F2102-E7EB-4587-AE3C-00D219C98C88}">
      <dgm:prSet/>
      <dgm:spPr/>
      <dgm:t>
        <a:bodyPr/>
        <a:lstStyle/>
        <a:p>
          <a:endParaRPr lang="en-US"/>
        </a:p>
      </dgm:t>
    </dgm:pt>
    <dgm:pt modelId="{8B2947CD-9ADE-4585-9075-5C1EC61DC65C}">
      <dgm:prSet/>
      <dgm:spPr/>
      <dgm:t>
        <a:bodyPr/>
        <a:lstStyle/>
        <a:p>
          <a:r>
            <a:rPr lang="en-US" b="0" i="0" baseline="0"/>
            <a:t>🔗 </a:t>
          </a:r>
          <a:r>
            <a:rPr lang="en-US" b="1" i="0" baseline="0"/>
            <a:t>Source</a:t>
          </a:r>
          <a:r>
            <a:rPr lang="en-US" b="0" i="0" baseline="0"/>
            <a:t>: DronePropA – Motion Trajectories Dataset (Defective Propellers)</a:t>
          </a:r>
          <a:endParaRPr lang="en-US"/>
        </a:p>
      </dgm:t>
    </dgm:pt>
    <dgm:pt modelId="{085357E9-32AA-49E1-B4D9-1B2D39A970CB}" type="parTrans" cxnId="{D8F48535-9E8C-42BA-8E85-810252EAFD1D}">
      <dgm:prSet/>
      <dgm:spPr/>
      <dgm:t>
        <a:bodyPr/>
        <a:lstStyle/>
        <a:p>
          <a:endParaRPr lang="en-US"/>
        </a:p>
      </dgm:t>
    </dgm:pt>
    <dgm:pt modelId="{D64C3781-6E30-469A-A15A-03CF640D7FD4}" type="sibTrans" cxnId="{D8F48535-9E8C-42BA-8E85-810252EAFD1D}">
      <dgm:prSet/>
      <dgm:spPr/>
      <dgm:t>
        <a:bodyPr/>
        <a:lstStyle/>
        <a:p>
          <a:endParaRPr lang="en-US"/>
        </a:p>
      </dgm:t>
    </dgm:pt>
    <dgm:pt modelId="{583541FD-3692-433C-B1F5-2052CE732ECE}">
      <dgm:prSet/>
      <dgm:spPr/>
      <dgm:t>
        <a:bodyPr/>
        <a:lstStyle/>
        <a:p>
          <a:r>
            <a:rPr lang="en-US" b="0" i="0" baseline="0"/>
            <a:t>📦 </a:t>
          </a:r>
          <a:r>
            <a:rPr lang="en-US" b="1" i="0" baseline="0"/>
            <a:t>Volume</a:t>
          </a:r>
          <a:r>
            <a:rPr lang="en-US" b="0" i="0" baseline="0"/>
            <a:t>: 130 files across 4 fault categories (partial use sufficient)</a:t>
          </a:r>
          <a:endParaRPr lang="en-US"/>
        </a:p>
      </dgm:t>
    </dgm:pt>
    <dgm:pt modelId="{0A610CAF-D3FE-4B0C-84D7-D22B3C27DCB9}" type="parTrans" cxnId="{1B9C18F7-0E2D-4DFD-A994-617D44659CC5}">
      <dgm:prSet/>
      <dgm:spPr/>
      <dgm:t>
        <a:bodyPr/>
        <a:lstStyle/>
        <a:p>
          <a:endParaRPr lang="en-US"/>
        </a:p>
      </dgm:t>
    </dgm:pt>
    <dgm:pt modelId="{08565963-A479-4375-947E-99693F24BC0C}" type="sibTrans" cxnId="{1B9C18F7-0E2D-4DFD-A994-617D44659CC5}">
      <dgm:prSet/>
      <dgm:spPr/>
      <dgm:t>
        <a:bodyPr/>
        <a:lstStyle/>
        <a:p>
          <a:endParaRPr lang="en-US"/>
        </a:p>
      </dgm:t>
    </dgm:pt>
    <dgm:pt modelId="{A12A28C0-614D-4DE6-AA8A-19454A29DD05}">
      <dgm:prSet/>
      <dgm:spPr/>
      <dgm:t>
        <a:bodyPr/>
        <a:lstStyle/>
        <a:p>
          <a:r>
            <a:rPr lang="en-US" b="0" i="0" baseline="0"/>
            <a:t>🧪 </a:t>
          </a:r>
          <a:r>
            <a:rPr lang="en-US" b="1" i="0" baseline="0"/>
            <a:t>Data Quality</a:t>
          </a:r>
          <a:r>
            <a:rPr lang="en-US" b="0" i="0" baseline="0"/>
            <a:t>: Real operational drone data (healthy + 4 fault types)</a:t>
          </a:r>
          <a:endParaRPr lang="en-US"/>
        </a:p>
      </dgm:t>
    </dgm:pt>
    <dgm:pt modelId="{F8063B6E-1F0C-4B04-9ADE-25F1353BB7EA}" type="parTrans" cxnId="{5DD3274E-674D-455C-A4EB-ABE58B7EA529}">
      <dgm:prSet/>
      <dgm:spPr/>
      <dgm:t>
        <a:bodyPr/>
        <a:lstStyle/>
        <a:p>
          <a:endParaRPr lang="en-US"/>
        </a:p>
      </dgm:t>
    </dgm:pt>
    <dgm:pt modelId="{CE2C0F21-348E-4404-9796-24C728E4EF39}" type="sibTrans" cxnId="{5DD3274E-674D-455C-A4EB-ABE58B7EA529}">
      <dgm:prSet/>
      <dgm:spPr/>
      <dgm:t>
        <a:bodyPr/>
        <a:lstStyle/>
        <a:p>
          <a:endParaRPr lang="en-US"/>
        </a:p>
      </dgm:t>
    </dgm:pt>
    <dgm:pt modelId="{084E550C-C163-4D84-AB7F-9E57E7180AA3}">
      <dgm:prSet/>
      <dgm:spPr/>
      <dgm:t>
        <a:bodyPr/>
        <a:lstStyle/>
        <a:p>
          <a:r>
            <a:rPr lang="en-US" b="0" i="0" baseline="0"/>
            <a:t>🛠️ </a:t>
          </a:r>
          <a:r>
            <a:rPr lang="en-US" b="1" i="0" baseline="0"/>
            <a:t>Setup</a:t>
          </a:r>
          <a:r>
            <a:rPr lang="en-US" b="0" i="0" baseline="0"/>
            <a:t>: Indoor tests with sensor data from drone &amp; controller</a:t>
          </a:r>
          <a:endParaRPr lang="en-US"/>
        </a:p>
      </dgm:t>
    </dgm:pt>
    <dgm:pt modelId="{F548338F-87EC-44C7-951E-F48486956D39}" type="parTrans" cxnId="{5EF42BBA-D4B3-4923-9235-703AB03EE906}">
      <dgm:prSet/>
      <dgm:spPr/>
      <dgm:t>
        <a:bodyPr/>
        <a:lstStyle/>
        <a:p>
          <a:endParaRPr lang="en-US"/>
        </a:p>
      </dgm:t>
    </dgm:pt>
    <dgm:pt modelId="{49E7D08D-28C0-4CAF-81B0-37D5DE1804C7}" type="sibTrans" cxnId="{5EF42BBA-D4B3-4923-9235-703AB03EE906}">
      <dgm:prSet/>
      <dgm:spPr/>
      <dgm:t>
        <a:bodyPr/>
        <a:lstStyle/>
        <a:p>
          <a:endParaRPr lang="en-US"/>
        </a:p>
      </dgm:t>
    </dgm:pt>
    <dgm:pt modelId="{61ED85EA-2A07-46DE-8257-29E9F6034C46}">
      <dgm:prSet/>
      <dgm:spPr/>
      <dgm:t>
        <a:bodyPr/>
        <a:lstStyle/>
        <a:p>
          <a:r>
            <a:rPr lang="en-US" b="0" i="0" baseline="0"/>
            <a:t>🏷️ </a:t>
          </a:r>
          <a:r>
            <a:rPr lang="en-US" b="1" i="0" baseline="0"/>
            <a:t>File Naming</a:t>
          </a:r>
          <a:r>
            <a:rPr lang="en-US" b="0" i="0" baseline="0"/>
            <a:t>: Indicates drone state (e.g., F0 = no fault, t2 = trajectory 2)</a:t>
          </a:r>
          <a:endParaRPr lang="en-US"/>
        </a:p>
      </dgm:t>
    </dgm:pt>
    <dgm:pt modelId="{B7602F78-A57E-4D8E-9724-5602C451CF76}" type="parTrans" cxnId="{17F637E2-699B-4E88-8931-0AAAF2748BB8}">
      <dgm:prSet/>
      <dgm:spPr/>
      <dgm:t>
        <a:bodyPr/>
        <a:lstStyle/>
        <a:p>
          <a:endParaRPr lang="en-US"/>
        </a:p>
      </dgm:t>
    </dgm:pt>
    <dgm:pt modelId="{91EEDF8B-08E8-4D45-9207-D04426F0A965}" type="sibTrans" cxnId="{17F637E2-699B-4E88-8931-0AAAF2748BB8}">
      <dgm:prSet/>
      <dgm:spPr/>
      <dgm:t>
        <a:bodyPr/>
        <a:lstStyle/>
        <a:p>
          <a:endParaRPr lang="en-US"/>
        </a:p>
      </dgm:t>
    </dgm:pt>
    <dgm:pt modelId="{F0B7D8FD-BD21-4B95-BC89-5C16F7F1A007}" type="pres">
      <dgm:prSet presAssocID="{20B44E0D-C4E7-4E81-901F-9E93BE78C972}" presName="root" presStyleCnt="0">
        <dgm:presLayoutVars>
          <dgm:dir/>
          <dgm:resizeHandles val="exact"/>
        </dgm:presLayoutVars>
      </dgm:prSet>
      <dgm:spPr/>
    </dgm:pt>
    <dgm:pt modelId="{FAC91A62-895E-4A26-8E16-0C7CACF84002}" type="pres">
      <dgm:prSet presAssocID="{5E289B56-D51E-4894-9827-3F52DF5B8B0F}" presName="compNode" presStyleCnt="0"/>
      <dgm:spPr/>
    </dgm:pt>
    <dgm:pt modelId="{285BB483-1996-4C41-97FF-9DA39C47A8D8}" type="pres">
      <dgm:prSet presAssocID="{5E289B56-D51E-4894-9827-3F52DF5B8B0F}" presName="bgRect" presStyleLbl="bgShp" presStyleIdx="0" presStyleCnt="6"/>
      <dgm:spPr/>
    </dgm:pt>
    <dgm:pt modelId="{5A1F71FE-0C20-4895-9490-3FEF0F4371B2}" type="pres">
      <dgm:prSet presAssocID="{5E289B56-D51E-4894-9827-3F52DF5B8B0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B807CFE-CA8A-41B6-BCC9-566F38E932DA}" type="pres">
      <dgm:prSet presAssocID="{5E289B56-D51E-4894-9827-3F52DF5B8B0F}" presName="spaceRect" presStyleCnt="0"/>
      <dgm:spPr/>
    </dgm:pt>
    <dgm:pt modelId="{FF643218-4050-44EC-9BF7-B1036ED97A5C}" type="pres">
      <dgm:prSet presAssocID="{5E289B56-D51E-4894-9827-3F52DF5B8B0F}" presName="parTx" presStyleLbl="revTx" presStyleIdx="0" presStyleCnt="6">
        <dgm:presLayoutVars>
          <dgm:chMax val="0"/>
          <dgm:chPref val="0"/>
        </dgm:presLayoutVars>
      </dgm:prSet>
      <dgm:spPr/>
    </dgm:pt>
    <dgm:pt modelId="{F5A89EEE-6BC6-444D-848E-E2FB98EB1171}" type="pres">
      <dgm:prSet presAssocID="{7BA0A675-BAC8-4E34-93EC-67A5F146A834}" presName="sibTrans" presStyleCnt="0"/>
      <dgm:spPr/>
    </dgm:pt>
    <dgm:pt modelId="{0BC53054-7F80-4F7A-BC27-D644AE5AC2C8}" type="pres">
      <dgm:prSet presAssocID="{8B2947CD-9ADE-4585-9075-5C1EC61DC65C}" presName="compNode" presStyleCnt="0"/>
      <dgm:spPr/>
    </dgm:pt>
    <dgm:pt modelId="{54AEB9D7-1A51-4950-8374-8D0B22B38E2E}" type="pres">
      <dgm:prSet presAssocID="{8B2947CD-9ADE-4585-9075-5C1EC61DC65C}" presName="bgRect" presStyleLbl="bgShp" presStyleIdx="1" presStyleCnt="6"/>
      <dgm:spPr/>
    </dgm:pt>
    <dgm:pt modelId="{B63A3F0A-3862-4F63-A061-BAE507594DAC}" type="pres">
      <dgm:prSet presAssocID="{8B2947CD-9ADE-4585-9075-5C1EC61DC65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F73EA671-6432-4328-A75B-5FA61BF9E580}" type="pres">
      <dgm:prSet presAssocID="{8B2947CD-9ADE-4585-9075-5C1EC61DC65C}" presName="spaceRect" presStyleCnt="0"/>
      <dgm:spPr/>
    </dgm:pt>
    <dgm:pt modelId="{8518803F-3810-4B46-ACB2-AF6A38C69A2B}" type="pres">
      <dgm:prSet presAssocID="{8B2947CD-9ADE-4585-9075-5C1EC61DC65C}" presName="parTx" presStyleLbl="revTx" presStyleIdx="1" presStyleCnt="6">
        <dgm:presLayoutVars>
          <dgm:chMax val="0"/>
          <dgm:chPref val="0"/>
        </dgm:presLayoutVars>
      </dgm:prSet>
      <dgm:spPr/>
    </dgm:pt>
    <dgm:pt modelId="{639A6849-80DA-4F4D-B4F6-08D792EF65DA}" type="pres">
      <dgm:prSet presAssocID="{D64C3781-6E30-469A-A15A-03CF640D7FD4}" presName="sibTrans" presStyleCnt="0"/>
      <dgm:spPr/>
    </dgm:pt>
    <dgm:pt modelId="{7649F546-5408-4D82-A592-1162DAF5C901}" type="pres">
      <dgm:prSet presAssocID="{583541FD-3692-433C-B1F5-2052CE732ECE}" presName="compNode" presStyleCnt="0"/>
      <dgm:spPr/>
    </dgm:pt>
    <dgm:pt modelId="{E0EF3369-4103-47C5-B1E5-F21A70498482}" type="pres">
      <dgm:prSet presAssocID="{583541FD-3692-433C-B1F5-2052CE732ECE}" presName="bgRect" presStyleLbl="bgShp" presStyleIdx="2" presStyleCnt="6"/>
      <dgm:spPr/>
    </dgm:pt>
    <dgm:pt modelId="{03B964A9-B089-41FF-AB54-23908C40F208}" type="pres">
      <dgm:prSet presAssocID="{583541FD-3692-433C-B1F5-2052CE732EC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DAB42B3-C092-4904-AE8F-D3057EDAD88A}" type="pres">
      <dgm:prSet presAssocID="{583541FD-3692-433C-B1F5-2052CE732ECE}" presName="spaceRect" presStyleCnt="0"/>
      <dgm:spPr/>
    </dgm:pt>
    <dgm:pt modelId="{42393296-3438-490F-A615-46EB6C0D2254}" type="pres">
      <dgm:prSet presAssocID="{583541FD-3692-433C-B1F5-2052CE732ECE}" presName="parTx" presStyleLbl="revTx" presStyleIdx="2" presStyleCnt="6">
        <dgm:presLayoutVars>
          <dgm:chMax val="0"/>
          <dgm:chPref val="0"/>
        </dgm:presLayoutVars>
      </dgm:prSet>
      <dgm:spPr/>
    </dgm:pt>
    <dgm:pt modelId="{629497E9-525D-4C8D-884E-85CE696F8C6E}" type="pres">
      <dgm:prSet presAssocID="{08565963-A479-4375-947E-99693F24BC0C}" presName="sibTrans" presStyleCnt="0"/>
      <dgm:spPr/>
    </dgm:pt>
    <dgm:pt modelId="{92901A64-23D8-48CD-B2B9-E88E2F0B2A38}" type="pres">
      <dgm:prSet presAssocID="{A12A28C0-614D-4DE6-AA8A-19454A29DD05}" presName="compNode" presStyleCnt="0"/>
      <dgm:spPr/>
    </dgm:pt>
    <dgm:pt modelId="{6DC92F81-A3D8-4BAC-9AA4-B888698F0E3B}" type="pres">
      <dgm:prSet presAssocID="{A12A28C0-614D-4DE6-AA8A-19454A29DD05}" presName="bgRect" presStyleLbl="bgShp" presStyleIdx="3" presStyleCnt="6"/>
      <dgm:spPr/>
    </dgm:pt>
    <dgm:pt modelId="{817DDCEC-5486-404B-A027-D16E18A5A50A}" type="pres">
      <dgm:prSet presAssocID="{A12A28C0-614D-4DE6-AA8A-19454A29DD0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01875B3-AA4D-4FFE-A7A0-5BA6B392FA07}" type="pres">
      <dgm:prSet presAssocID="{A12A28C0-614D-4DE6-AA8A-19454A29DD05}" presName="spaceRect" presStyleCnt="0"/>
      <dgm:spPr/>
    </dgm:pt>
    <dgm:pt modelId="{54B2B999-EDA4-4A96-8199-EB7A895A2002}" type="pres">
      <dgm:prSet presAssocID="{A12A28C0-614D-4DE6-AA8A-19454A29DD05}" presName="parTx" presStyleLbl="revTx" presStyleIdx="3" presStyleCnt="6">
        <dgm:presLayoutVars>
          <dgm:chMax val="0"/>
          <dgm:chPref val="0"/>
        </dgm:presLayoutVars>
      </dgm:prSet>
      <dgm:spPr/>
    </dgm:pt>
    <dgm:pt modelId="{371A3010-2832-43C5-A31F-284E39241BAE}" type="pres">
      <dgm:prSet presAssocID="{CE2C0F21-348E-4404-9796-24C728E4EF39}" presName="sibTrans" presStyleCnt="0"/>
      <dgm:spPr/>
    </dgm:pt>
    <dgm:pt modelId="{C61B4E86-7916-4144-B817-D74EE98A02C0}" type="pres">
      <dgm:prSet presAssocID="{084E550C-C163-4D84-AB7F-9E57E7180AA3}" presName="compNode" presStyleCnt="0"/>
      <dgm:spPr/>
    </dgm:pt>
    <dgm:pt modelId="{13612AE9-6EA8-4B25-8125-F0A3E8173BD3}" type="pres">
      <dgm:prSet presAssocID="{084E550C-C163-4D84-AB7F-9E57E7180AA3}" presName="bgRect" presStyleLbl="bgShp" presStyleIdx="4" presStyleCnt="6"/>
      <dgm:spPr/>
    </dgm:pt>
    <dgm:pt modelId="{84A5D954-F3B5-4BFF-8026-5446FDED2910}" type="pres">
      <dgm:prSet presAssocID="{084E550C-C163-4D84-AB7F-9E57E7180AA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115B0C3-3DCF-4B44-9493-082AD1C2BDB7}" type="pres">
      <dgm:prSet presAssocID="{084E550C-C163-4D84-AB7F-9E57E7180AA3}" presName="spaceRect" presStyleCnt="0"/>
      <dgm:spPr/>
    </dgm:pt>
    <dgm:pt modelId="{D580880E-54A7-454C-B7F3-FA44517BCEC3}" type="pres">
      <dgm:prSet presAssocID="{084E550C-C163-4D84-AB7F-9E57E7180AA3}" presName="parTx" presStyleLbl="revTx" presStyleIdx="4" presStyleCnt="6">
        <dgm:presLayoutVars>
          <dgm:chMax val="0"/>
          <dgm:chPref val="0"/>
        </dgm:presLayoutVars>
      </dgm:prSet>
      <dgm:spPr/>
    </dgm:pt>
    <dgm:pt modelId="{3E8B57DD-60E6-424C-9D28-6A220C8C985F}" type="pres">
      <dgm:prSet presAssocID="{49E7D08D-28C0-4CAF-81B0-37D5DE1804C7}" presName="sibTrans" presStyleCnt="0"/>
      <dgm:spPr/>
    </dgm:pt>
    <dgm:pt modelId="{03999DF5-B2FD-455C-8046-5ED5B24003B9}" type="pres">
      <dgm:prSet presAssocID="{61ED85EA-2A07-46DE-8257-29E9F6034C46}" presName="compNode" presStyleCnt="0"/>
      <dgm:spPr/>
    </dgm:pt>
    <dgm:pt modelId="{456A865A-40FC-4540-B29B-C52B7887DA2C}" type="pres">
      <dgm:prSet presAssocID="{61ED85EA-2A07-46DE-8257-29E9F6034C46}" presName="bgRect" presStyleLbl="bgShp" presStyleIdx="5" presStyleCnt="6"/>
      <dgm:spPr/>
    </dgm:pt>
    <dgm:pt modelId="{5150225C-6125-4FE2-927A-D8311A20932E}" type="pres">
      <dgm:prSet presAssocID="{61ED85EA-2A07-46DE-8257-29E9F6034C4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A07BB77-7A26-4301-99E3-A6C6F3DA904C}" type="pres">
      <dgm:prSet presAssocID="{61ED85EA-2A07-46DE-8257-29E9F6034C46}" presName="spaceRect" presStyleCnt="0"/>
      <dgm:spPr/>
    </dgm:pt>
    <dgm:pt modelId="{48A5CF12-CE9C-4FD0-A849-288EFC8958B3}" type="pres">
      <dgm:prSet presAssocID="{61ED85EA-2A07-46DE-8257-29E9F6034C4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A1F2102-E7EB-4587-AE3C-00D219C98C88}" srcId="{20B44E0D-C4E7-4E81-901F-9E93BE78C972}" destId="{5E289B56-D51E-4894-9827-3F52DF5B8B0F}" srcOrd="0" destOrd="0" parTransId="{108378CB-47D9-4E36-86B5-E177199241C1}" sibTransId="{7BA0A675-BAC8-4E34-93EC-67A5F146A834}"/>
    <dgm:cxn modelId="{7B48BC25-6D34-496F-8248-C8C6FCEF3E2D}" type="presOf" srcId="{8B2947CD-9ADE-4585-9075-5C1EC61DC65C}" destId="{8518803F-3810-4B46-ACB2-AF6A38C69A2B}" srcOrd="0" destOrd="0" presId="urn:microsoft.com/office/officeart/2018/2/layout/IconVerticalSolidList"/>
    <dgm:cxn modelId="{1750E82F-2A02-40D3-B1BE-6955ED918EAD}" type="presOf" srcId="{A12A28C0-614D-4DE6-AA8A-19454A29DD05}" destId="{54B2B999-EDA4-4A96-8199-EB7A895A2002}" srcOrd="0" destOrd="0" presId="urn:microsoft.com/office/officeart/2018/2/layout/IconVerticalSolidList"/>
    <dgm:cxn modelId="{D8F48535-9E8C-42BA-8E85-810252EAFD1D}" srcId="{20B44E0D-C4E7-4E81-901F-9E93BE78C972}" destId="{8B2947CD-9ADE-4585-9075-5C1EC61DC65C}" srcOrd="1" destOrd="0" parTransId="{085357E9-32AA-49E1-B4D9-1B2D39A970CB}" sibTransId="{D64C3781-6E30-469A-A15A-03CF640D7FD4}"/>
    <dgm:cxn modelId="{5DD3274E-674D-455C-A4EB-ABE58B7EA529}" srcId="{20B44E0D-C4E7-4E81-901F-9E93BE78C972}" destId="{A12A28C0-614D-4DE6-AA8A-19454A29DD05}" srcOrd="3" destOrd="0" parTransId="{F8063B6E-1F0C-4B04-9ADE-25F1353BB7EA}" sibTransId="{CE2C0F21-348E-4404-9796-24C728E4EF39}"/>
    <dgm:cxn modelId="{FB491951-1988-4A08-A085-C363C1E4F03C}" type="presOf" srcId="{084E550C-C163-4D84-AB7F-9E57E7180AA3}" destId="{D580880E-54A7-454C-B7F3-FA44517BCEC3}" srcOrd="0" destOrd="0" presId="urn:microsoft.com/office/officeart/2018/2/layout/IconVerticalSolidList"/>
    <dgm:cxn modelId="{9C4E6354-0591-4B27-A800-4CA8B94F4DC3}" type="presOf" srcId="{583541FD-3692-433C-B1F5-2052CE732ECE}" destId="{42393296-3438-490F-A615-46EB6C0D2254}" srcOrd="0" destOrd="0" presId="urn:microsoft.com/office/officeart/2018/2/layout/IconVerticalSolidList"/>
    <dgm:cxn modelId="{6CC488A0-EC67-423A-8A71-2544A5ABA59B}" type="presOf" srcId="{61ED85EA-2A07-46DE-8257-29E9F6034C46}" destId="{48A5CF12-CE9C-4FD0-A849-288EFC8958B3}" srcOrd="0" destOrd="0" presId="urn:microsoft.com/office/officeart/2018/2/layout/IconVerticalSolidList"/>
    <dgm:cxn modelId="{E92970A6-DE55-4BBA-BFD4-915D27FA31B9}" type="presOf" srcId="{5E289B56-D51E-4894-9827-3F52DF5B8B0F}" destId="{FF643218-4050-44EC-9BF7-B1036ED97A5C}" srcOrd="0" destOrd="0" presId="urn:microsoft.com/office/officeart/2018/2/layout/IconVerticalSolidList"/>
    <dgm:cxn modelId="{5EF42BBA-D4B3-4923-9235-703AB03EE906}" srcId="{20B44E0D-C4E7-4E81-901F-9E93BE78C972}" destId="{084E550C-C163-4D84-AB7F-9E57E7180AA3}" srcOrd="4" destOrd="0" parTransId="{F548338F-87EC-44C7-951E-F48486956D39}" sibTransId="{49E7D08D-28C0-4CAF-81B0-37D5DE1804C7}"/>
    <dgm:cxn modelId="{17F637E2-699B-4E88-8931-0AAAF2748BB8}" srcId="{20B44E0D-C4E7-4E81-901F-9E93BE78C972}" destId="{61ED85EA-2A07-46DE-8257-29E9F6034C46}" srcOrd="5" destOrd="0" parTransId="{B7602F78-A57E-4D8E-9724-5602C451CF76}" sibTransId="{91EEDF8B-08E8-4D45-9207-D04426F0A965}"/>
    <dgm:cxn modelId="{1F7853F2-C516-49D4-9EE4-4A4B92A9374D}" type="presOf" srcId="{20B44E0D-C4E7-4E81-901F-9E93BE78C972}" destId="{F0B7D8FD-BD21-4B95-BC89-5C16F7F1A007}" srcOrd="0" destOrd="0" presId="urn:microsoft.com/office/officeart/2018/2/layout/IconVerticalSolidList"/>
    <dgm:cxn modelId="{1B9C18F7-0E2D-4DFD-A994-617D44659CC5}" srcId="{20B44E0D-C4E7-4E81-901F-9E93BE78C972}" destId="{583541FD-3692-433C-B1F5-2052CE732ECE}" srcOrd="2" destOrd="0" parTransId="{0A610CAF-D3FE-4B0C-84D7-D22B3C27DCB9}" sibTransId="{08565963-A479-4375-947E-99693F24BC0C}"/>
    <dgm:cxn modelId="{449D4E47-2379-458C-A913-2743053116CE}" type="presParOf" srcId="{F0B7D8FD-BD21-4B95-BC89-5C16F7F1A007}" destId="{FAC91A62-895E-4A26-8E16-0C7CACF84002}" srcOrd="0" destOrd="0" presId="urn:microsoft.com/office/officeart/2018/2/layout/IconVerticalSolidList"/>
    <dgm:cxn modelId="{88E444F2-B050-457E-82AE-86209D7FADE9}" type="presParOf" srcId="{FAC91A62-895E-4A26-8E16-0C7CACF84002}" destId="{285BB483-1996-4C41-97FF-9DA39C47A8D8}" srcOrd="0" destOrd="0" presId="urn:microsoft.com/office/officeart/2018/2/layout/IconVerticalSolidList"/>
    <dgm:cxn modelId="{E2C73F29-8068-4089-8758-C6907DAD0BAD}" type="presParOf" srcId="{FAC91A62-895E-4A26-8E16-0C7CACF84002}" destId="{5A1F71FE-0C20-4895-9490-3FEF0F4371B2}" srcOrd="1" destOrd="0" presId="urn:microsoft.com/office/officeart/2018/2/layout/IconVerticalSolidList"/>
    <dgm:cxn modelId="{0974CAFF-5602-4F5C-85CF-47296737CF8D}" type="presParOf" srcId="{FAC91A62-895E-4A26-8E16-0C7CACF84002}" destId="{3B807CFE-CA8A-41B6-BCC9-566F38E932DA}" srcOrd="2" destOrd="0" presId="urn:microsoft.com/office/officeart/2018/2/layout/IconVerticalSolidList"/>
    <dgm:cxn modelId="{3AD7F92E-E7C9-46BE-ADEE-0F53ECAF708F}" type="presParOf" srcId="{FAC91A62-895E-4A26-8E16-0C7CACF84002}" destId="{FF643218-4050-44EC-9BF7-B1036ED97A5C}" srcOrd="3" destOrd="0" presId="urn:microsoft.com/office/officeart/2018/2/layout/IconVerticalSolidList"/>
    <dgm:cxn modelId="{F28DA7BB-3488-43CF-AAA1-53774B743579}" type="presParOf" srcId="{F0B7D8FD-BD21-4B95-BC89-5C16F7F1A007}" destId="{F5A89EEE-6BC6-444D-848E-E2FB98EB1171}" srcOrd="1" destOrd="0" presId="urn:microsoft.com/office/officeart/2018/2/layout/IconVerticalSolidList"/>
    <dgm:cxn modelId="{9BC0E1CB-1B75-4DDC-896D-8D456E665BEF}" type="presParOf" srcId="{F0B7D8FD-BD21-4B95-BC89-5C16F7F1A007}" destId="{0BC53054-7F80-4F7A-BC27-D644AE5AC2C8}" srcOrd="2" destOrd="0" presId="urn:microsoft.com/office/officeart/2018/2/layout/IconVerticalSolidList"/>
    <dgm:cxn modelId="{F0D1353A-78DA-42C9-BFB4-E726AB6F2086}" type="presParOf" srcId="{0BC53054-7F80-4F7A-BC27-D644AE5AC2C8}" destId="{54AEB9D7-1A51-4950-8374-8D0B22B38E2E}" srcOrd="0" destOrd="0" presId="urn:microsoft.com/office/officeart/2018/2/layout/IconVerticalSolidList"/>
    <dgm:cxn modelId="{B721BCF4-AB00-44C8-BEF3-265CD4593EA4}" type="presParOf" srcId="{0BC53054-7F80-4F7A-BC27-D644AE5AC2C8}" destId="{B63A3F0A-3862-4F63-A061-BAE507594DAC}" srcOrd="1" destOrd="0" presId="urn:microsoft.com/office/officeart/2018/2/layout/IconVerticalSolidList"/>
    <dgm:cxn modelId="{7B41536A-E47E-4C0E-968B-088667CF3286}" type="presParOf" srcId="{0BC53054-7F80-4F7A-BC27-D644AE5AC2C8}" destId="{F73EA671-6432-4328-A75B-5FA61BF9E580}" srcOrd="2" destOrd="0" presId="urn:microsoft.com/office/officeart/2018/2/layout/IconVerticalSolidList"/>
    <dgm:cxn modelId="{4D2B2A61-8846-4147-B3DC-4634BBB91788}" type="presParOf" srcId="{0BC53054-7F80-4F7A-BC27-D644AE5AC2C8}" destId="{8518803F-3810-4B46-ACB2-AF6A38C69A2B}" srcOrd="3" destOrd="0" presId="urn:microsoft.com/office/officeart/2018/2/layout/IconVerticalSolidList"/>
    <dgm:cxn modelId="{DC99B14B-A029-454E-BC9A-36E0DEC8DFDD}" type="presParOf" srcId="{F0B7D8FD-BD21-4B95-BC89-5C16F7F1A007}" destId="{639A6849-80DA-4F4D-B4F6-08D792EF65DA}" srcOrd="3" destOrd="0" presId="urn:microsoft.com/office/officeart/2018/2/layout/IconVerticalSolidList"/>
    <dgm:cxn modelId="{FCC5453D-DD6B-4EA7-99AC-A99E03E5DCF2}" type="presParOf" srcId="{F0B7D8FD-BD21-4B95-BC89-5C16F7F1A007}" destId="{7649F546-5408-4D82-A592-1162DAF5C901}" srcOrd="4" destOrd="0" presId="urn:microsoft.com/office/officeart/2018/2/layout/IconVerticalSolidList"/>
    <dgm:cxn modelId="{22E896F2-F24C-476A-B936-D7590FB8D9C0}" type="presParOf" srcId="{7649F546-5408-4D82-A592-1162DAF5C901}" destId="{E0EF3369-4103-47C5-B1E5-F21A70498482}" srcOrd="0" destOrd="0" presId="urn:microsoft.com/office/officeart/2018/2/layout/IconVerticalSolidList"/>
    <dgm:cxn modelId="{249AAACE-C575-4B5A-B730-F788E8F46F77}" type="presParOf" srcId="{7649F546-5408-4D82-A592-1162DAF5C901}" destId="{03B964A9-B089-41FF-AB54-23908C40F208}" srcOrd="1" destOrd="0" presId="urn:microsoft.com/office/officeart/2018/2/layout/IconVerticalSolidList"/>
    <dgm:cxn modelId="{582787BA-5713-4630-979C-D1B23BD61F7C}" type="presParOf" srcId="{7649F546-5408-4D82-A592-1162DAF5C901}" destId="{5DAB42B3-C092-4904-AE8F-D3057EDAD88A}" srcOrd="2" destOrd="0" presId="urn:microsoft.com/office/officeart/2018/2/layout/IconVerticalSolidList"/>
    <dgm:cxn modelId="{DF582B18-E9AA-43FC-8121-BA5EE06528C1}" type="presParOf" srcId="{7649F546-5408-4D82-A592-1162DAF5C901}" destId="{42393296-3438-490F-A615-46EB6C0D2254}" srcOrd="3" destOrd="0" presId="urn:microsoft.com/office/officeart/2018/2/layout/IconVerticalSolidList"/>
    <dgm:cxn modelId="{880D2E6D-D7A4-4C3C-9A5A-DC83B6BCC4EF}" type="presParOf" srcId="{F0B7D8FD-BD21-4B95-BC89-5C16F7F1A007}" destId="{629497E9-525D-4C8D-884E-85CE696F8C6E}" srcOrd="5" destOrd="0" presId="urn:microsoft.com/office/officeart/2018/2/layout/IconVerticalSolidList"/>
    <dgm:cxn modelId="{FDB92EAA-5544-4E97-B723-9EE05EA2490F}" type="presParOf" srcId="{F0B7D8FD-BD21-4B95-BC89-5C16F7F1A007}" destId="{92901A64-23D8-48CD-B2B9-E88E2F0B2A38}" srcOrd="6" destOrd="0" presId="urn:microsoft.com/office/officeart/2018/2/layout/IconVerticalSolidList"/>
    <dgm:cxn modelId="{221DBD7C-5B34-49D8-9826-305819CF7F0C}" type="presParOf" srcId="{92901A64-23D8-48CD-B2B9-E88E2F0B2A38}" destId="{6DC92F81-A3D8-4BAC-9AA4-B888698F0E3B}" srcOrd="0" destOrd="0" presId="urn:microsoft.com/office/officeart/2018/2/layout/IconVerticalSolidList"/>
    <dgm:cxn modelId="{4DBED897-D94E-4B4D-B2EC-BEFD0C6978DA}" type="presParOf" srcId="{92901A64-23D8-48CD-B2B9-E88E2F0B2A38}" destId="{817DDCEC-5486-404B-A027-D16E18A5A50A}" srcOrd="1" destOrd="0" presId="urn:microsoft.com/office/officeart/2018/2/layout/IconVerticalSolidList"/>
    <dgm:cxn modelId="{0F6F7CAC-B83D-4D77-8F34-D88AA52B4A69}" type="presParOf" srcId="{92901A64-23D8-48CD-B2B9-E88E2F0B2A38}" destId="{401875B3-AA4D-4FFE-A7A0-5BA6B392FA07}" srcOrd="2" destOrd="0" presId="urn:microsoft.com/office/officeart/2018/2/layout/IconVerticalSolidList"/>
    <dgm:cxn modelId="{EF0A6BC6-487A-4118-B3D9-1B0A5667C30E}" type="presParOf" srcId="{92901A64-23D8-48CD-B2B9-E88E2F0B2A38}" destId="{54B2B999-EDA4-4A96-8199-EB7A895A2002}" srcOrd="3" destOrd="0" presId="urn:microsoft.com/office/officeart/2018/2/layout/IconVerticalSolidList"/>
    <dgm:cxn modelId="{B78186BF-2028-4384-BF61-5D7563D6FFF2}" type="presParOf" srcId="{F0B7D8FD-BD21-4B95-BC89-5C16F7F1A007}" destId="{371A3010-2832-43C5-A31F-284E39241BAE}" srcOrd="7" destOrd="0" presId="urn:microsoft.com/office/officeart/2018/2/layout/IconVerticalSolidList"/>
    <dgm:cxn modelId="{CD6E09BF-2D36-4918-8DC6-659F1C90394B}" type="presParOf" srcId="{F0B7D8FD-BD21-4B95-BC89-5C16F7F1A007}" destId="{C61B4E86-7916-4144-B817-D74EE98A02C0}" srcOrd="8" destOrd="0" presId="urn:microsoft.com/office/officeart/2018/2/layout/IconVerticalSolidList"/>
    <dgm:cxn modelId="{5BFAB8BF-91F8-4FAB-8612-8D592E252533}" type="presParOf" srcId="{C61B4E86-7916-4144-B817-D74EE98A02C0}" destId="{13612AE9-6EA8-4B25-8125-F0A3E8173BD3}" srcOrd="0" destOrd="0" presId="urn:microsoft.com/office/officeart/2018/2/layout/IconVerticalSolidList"/>
    <dgm:cxn modelId="{576B9FDB-BD74-4B19-BE63-7AE6EFFC4FA4}" type="presParOf" srcId="{C61B4E86-7916-4144-B817-D74EE98A02C0}" destId="{84A5D954-F3B5-4BFF-8026-5446FDED2910}" srcOrd="1" destOrd="0" presId="urn:microsoft.com/office/officeart/2018/2/layout/IconVerticalSolidList"/>
    <dgm:cxn modelId="{B5C8EFDE-DE3B-42AF-B3DE-472842CE4B06}" type="presParOf" srcId="{C61B4E86-7916-4144-B817-D74EE98A02C0}" destId="{C115B0C3-3DCF-4B44-9493-082AD1C2BDB7}" srcOrd="2" destOrd="0" presId="urn:microsoft.com/office/officeart/2018/2/layout/IconVerticalSolidList"/>
    <dgm:cxn modelId="{9E664A81-CEA6-4C39-836C-ADCABC27A449}" type="presParOf" srcId="{C61B4E86-7916-4144-B817-D74EE98A02C0}" destId="{D580880E-54A7-454C-B7F3-FA44517BCEC3}" srcOrd="3" destOrd="0" presId="urn:microsoft.com/office/officeart/2018/2/layout/IconVerticalSolidList"/>
    <dgm:cxn modelId="{B50CEE15-6431-4BE4-B3F1-B170F6BE3D1A}" type="presParOf" srcId="{F0B7D8FD-BD21-4B95-BC89-5C16F7F1A007}" destId="{3E8B57DD-60E6-424C-9D28-6A220C8C985F}" srcOrd="9" destOrd="0" presId="urn:microsoft.com/office/officeart/2018/2/layout/IconVerticalSolidList"/>
    <dgm:cxn modelId="{DE248CD7-C8AB-4061-9449-5DBCEB07F996}" type="presParOf" srcId="{F0B7D8FD-BD21-4B95-BC89-5C16F7F1A007}" destId="{03999DF5-B2FD-455C-8046-5ED5B24003B9}" srcOrd="10" destOrd="0" presId="urn:microsoft.com/office/officeart/2018/2/layout/IconVerticalSolidList"/>
    <dgm:cxn modelId="{723C6ABD-798F-4B7B-9499-8728D8C7036C}" type="presParOf" srcId="{03999DF5-B2FD-455C-8046-5ED5B24003B9}" destId="{456A865A-40FC-4540-B29B-C52B7887DA2C}" srcOrd="0" destOrd="0" presId="urn:microsoft.com/office/officeart/2018/2/layout/IconVerticalSolidList"/>
    <dgm:cxn modelId="{09474F81-0D3F-4579-9253-940F8A25E87E}" type="presParOf" srcId="{03999DF5-B2FD-455C-8046-5ED5B24003B9}" destId="{5150225C-6125-4FE2-927A-D8311A20932E}" srcOrd="1" destOrd="0" presId="urn:microsoft.com/office/officeart/2018/2/layout/IconVerticalSolidList"/>
    <dgm:cxn modelId="{B9E3C7A1-5D51-4AD4-9C68-364DE1835BF3}" type="presParOf" srcId="{03999DF5-B2FD-455C-8046-5ED5B24003B9}" destId="{1A07BB77-7A26-4301-99E3-A6C6F3DA904C}" srcOrd="2" destOrd="0" presId="urn:microsoft.com/office/officeart/2018/2/layout/IconVerticalSolidList"/>
    <dgm:cxn modelId="{09B3FBF0-8C93-48BD-AE61-DCF320291A0D}" type="presParOf" srcId="{03999DF5-B2FD-455C-8046-5ED5B24003B9}" destId="{48A5CF12-CE9C-4FD0-A849-288EFC8958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DD786-F670-49CE-9ADC-401B159A5666}">
      <dsp:nvSpPr>
        <dsp:cNvPr id="0" name=""/>
        <dsp:cNvSpPr/>
      </dsp:nvSpPr>
      <dsp:spPr>
        <a:xfrm>
          <a:off x="0" y="650"/>
          <a:ext cx="6096000" cy="1522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085288-FF7C-490E-A397-9E4CAF8AE7C1}">
      <dsp:nvSpPr>
        <dsp:cNvPr id="0" name=""/>
        <dsp:cNvSpPr/>
      </dsp:nvSpPr>
      <dsp:spPr>
        <a:xfrm>
          <a:off x="460489" y="343163"/>
          <a:ext cx="837253" cy="8372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9F187-0779-4270-A0F9-CB2B8DE5F9A7}">
      <dsp:nvSpPr>
        <dsp:cNvPr id="0" name=""/>
        <dsp:cNvSpPr/>
      </dsp:nvSpPr>
      <dsp:spPr>
        <a:xfrm>
          <a:off x="1758233" y="650"/>
          <a:ext cx="4337766" cy="152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08" tIns="161108" rIns="161108" bIns="1611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🔍 </a:t>
          </a:r>
          <a:r>
            <a:rPr lang="en-US" sz="2500" b="1" i="0" kern="1200" baseline="0"/>
            <a:t>Fault Detection</a:t>
          </a:r>
          <a:r>
            <a:rPr lang="en-US" sz="2500" b="0" i="0" kern="1200" baseline="0"/>
            <a:t>: Check if drone is functioning normally or has faults</a:t>
          </a:r>
          <a:endParaRPr lang="en-US" sz="2500" kern="1200"/>
        </a:p>
      </dsp:txBody>
      <dsp:txXfrm>
        <a:off x="1758233" y="650"/>
        <a:ext cx="4337766" cy="1522279"/>
      </dsp:txXfrm>
    </dsp:sp>
    <dsp:sp modelId="{3EEDB888-54FD-41AB-8772-8901212A7B45}">
      <dsp:nvSpPr>
        <dsp:cNvPr id="0" name=""/>
        <dsp:cNvSpPr/>
      </dsp:nvSpPr>
      <dsp:spPr>
        <a:xfrm>
          <a:off x="0" y="1903500"/>
          <a:ext cx="6096000" cy="1522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DE9972-7E63-41FC-975C-4AE3416A9236}">
      <dsp:nvSpPr>
        <dsp:cNvPr id="0" name=""/>
        <dsp:cNvSpPr/>
      </dsp:nvSpPr>
      <dsp:spPr>
        <a:xfrm>
          <a:off x="460489" y="2246013"/>
          <a:ext cx="837253" cy="8372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17C8E-6699-4E01-B294-BBAADDB3ACFE}">
      <dsp:nvSpPr>
        <dsp:cNvPr id="0" name=""/>
        <dsp:cNvSpPr/>
      </dsp:nvSpPr>
      <dsp:spPr>
        <a:xfrm>
          <a:off x="1758233" y="1903500"/>
          <a:ext cx="4337766" cy="152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08" tIns="161108" rIns="161108" bIns="1611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🧩 </a:t>
          </a:r>
          <a:r>
            <a:rPr lang="en-US" sz="2500" b="1" i="0" kern="1200" baseline="0"/>
            <a:t>Fault Origin</a:t>
          </a:r>
          <a:r>
            <a:rPr lang="en-US" sz="2500" b="0" i="0" kern="1200" baseline="0"/>
            <a:t>: Pinpoint faulty subsystem (e.g., motor, propeller)</a:t>
          </a:r>
          <a:endParaRPr lang="en-US" sz="2500" kern="1200"/>
        </a:p>
      </dsp:txBody>
      <dsp:txXfrm>
        <a:off x="1758233" y="1903500"/>
        <a:ext cx="4337766" cy="1522279"/>
      </dsp:txXfrm>
    </dsp:sp>
    <dsp:sp modelId="{B98374B8-1ED0-4CC1-89B9-78A4C05F6AEC}">
      <dsp:nvSpPr>
        <dsp:cNvPr id="0" name=""/>
        <dsp:cNvSpPr/>
      </dsp:nvSpPr>
      <dsp:spPr>
        <a:xfrm>
          <a:off x="0" y="3806349"/>
          <a:ext cx="6096000" cy="1522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3CFA7-789A-455D-BED7-1B3E23DEEA77}">
      <dsp:nvSpPr>
        <dsp:cNvPr id="0" name=""/>
        <dsp:cNvSpPr/>
      </dsp:nvSpPr>
      <dsp:spPr>
        <a:xfrm>
          <a:off x="460489" y="4148862"/>
          <a:ext cx="837253" cy="8372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7D0D9-7664-4011-A954-8A6D4DEAEAAA}">
      <dsp:nvSpPr>
        <dsp:cNvPr id="0" name=""/>
        <dsp:cNvSpPr/>
      </dsp:nvSpPr>
      <dsp:spPr>
        <a:xfrm>
          <a:off x="1758233" y="3806349"/>
          <a:ext cx="4337766" cy="152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08" tIns="161108" rIns="161108" bIns="1611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🚨 </a:t>
          </a:r>
          <a:r>
            <a:rPr lang="en-US" sz="2500" b="1" i="0" kern="1200" baseline="0"/>
            <a:t>Severity Assessment</a:t>
          </a:r>
          <a:r>
            <a:rPr lang="en-US" sz="2500" b="0" i="0" kern="1200" baseline="0"/>
            <a:t>: Rate fault criticality to guide maintenance priority</a:t>
          </a:r>
          <a:endParaRPr lang="en-US" sz="2500" kern="1200"/>
        </a:p>
      </dsp:txBody>
      <dsp:txXfrm>
        <a:off x="1758233" y="3806349"/>
        <a:ext cx="4337766" cy="1522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BB483-1996-4C41-97FF-9DA39C47A8D8}">
      <dsp:nvSpPr>
        <dsp:cNvPr id="0" name=""/>
        <dsp:cNvSpPr/>
      </dsp:nvSpPr>
      <dsp:spPr>
        <a:xfrm>
          <a:off x="0" y="1723"/>
          <a:ext cx="6096000" cy="73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F71FE-0C20-4895-9490-3FEF0F4371B2}">
      <dsp:nvSpPr>
        <dsp:cNvPr id="0" name=""/>
        <dsp:cNvSpPr/>
      </dsp:nvSpPr>
      <dsp:spPr>
        <a:xfrm>
          <a:off x="222215" y="167008"/>
          <a:ext cx="404028" cy="404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43218-4050-44EC-9BF7-B1036ED97A5C}">
      <dsp:nvSpPr>
        <dsp:cNvPr id="0" name=""/>
        <dsp:cNvSpPr/>
      </dsp:nvSpPr>
      <dsp:spPr>
        <a:xfrm>
          <a:off x="848460" y="1723"/>
          <a:ext cx="5247539" cy="73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5" tIns="77745" rIns="77745" bIns="777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📁 </a:t>
          </a:r>
          <a:r>
            <a:rPr lang="en-US" sz="1900" b="1" i="0" kern="1200" baseline="0"/>
            <a:t>Format</a:t>
          </a:r>
          <a:r>
            <a:rPr lang="en-US" sz="1900" b="0" i="0" kern="1200" baseline="0"/>
            <a:t>: MATLAB files, Python-compatible via scipy.io.loadmat</a:t>
          </a:r>
          <a:endParaRPr lang="en-US" sz="1900" kern="1200"/>
        </a:p>
      </dsp:txBody>
      <dsp:txXfrm>
        <a:off x="848460" y="1723"/>
        <a:ext cx="5247539" cy="734597"/>
      </dsp:txXfrm>
    </dsp:sp>
    <dsp:sp modelId="{54AEB9D7-1A51-4950-8374-8D0B22B38E2E}">
      <dsp:nvSpPr>
        <dsp:cNvPr id="0" name=""/>
        <dsp:cNvSpPr/>
      </dsp:nvSpPr>
      <dsp:spPr>
        <a:xfrm>
          <a:off x="0" y="919970"/>
          <a:ext cx="6096000" cy="73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A3F0A-3862-4F63-A061-BAE507594DAC}">
      <dsp:nvSpPr>
        <dsp:cNvPr id="0" name=""/>
        <dsp:cNvSpPr/>
      </dsp:nvSpPr>
      <dsp:spPr>
        <a:xfrm>
          <a:off x="222215" y="1085255"/>
          <a:ext cx="404028" cy="404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8803F-3810-4B46-ACB2-AF6A38C69A2B}">
      <dsp:nvSpPr>
        <dsp:cNvPr id="0" name=""/>
        <dsp:cNvSpPr/>
      </dsp:nvSpPr>
      <dsp:spPr>
        <a:xfrm>
          <a:off x="848460" y="919970"/>
          <a:ext cx="5247539" cy="73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5" tIns="77745" rIns="77745" bIns="777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🔗 </a:t>
          </a:r>
          <a:r>
            <a:rPr lang="en-US" sz="1900" b="1" i="0" kern="1200" baseline="0"/>
            <a:t>Source</a:t>
          </a:r>
          <a:r>
            <a:rPr lang="en-US" sz="1900" b="0" i="0" kern="1200" baseline="0"/>
            <a:t>: DronePropA – Motion Trajectories Dataset (Defective Propellers)</a:t>
          </a:r>
          <a:endParaRPr lang="en-US" sz="1900" kern="1200"/>
        </a:p>
      </dsp:txBody>
      <dsp:txXfrm>
        <a:off x="848460" y="919970"/>
        <a:ext cx="5247539" cy="734597"/>
      </dsp:txXfrm>
    </dsp:sp>
    <dsp:sp modelId="{E0EF3369-4103-47C5-B1E5-F21A70498482}">
      <dsp:nvSpPr>
        <dsp:cNvPr id="0" name=""/>
        <dsp:cNvSpPr/>
      </dsp:nvSpPr>
      <dsp:spPr>
        <a:xfrm>
          <a:off x="0" y="1838217"/>
          <a:ext cx="6096000" cy="73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964A9-B089-41FF-AB54-23908C40F208}">
      <dsp:nvSpPr>
        <dsp:cNvPr id="0" name=""/>
        <dsp:cNvSpPr/>
      </dsp:nvSpPr>
      <dsp:spPr>
        <a:xfrm>
          <a:off x="222215" y="2003502"/>
          <a:ext cx="404028" cy="4040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93296-3438-490F-A615-46EB6C0D2254}">
      <dsp:nvSpPr>
        <dsp:cNvPr id="0" name=""/>
        <dsp:cNvSpPr/>
      </dsp:nvSpPr>
      <dsp:spPr>
        <a:xfrm>
          <a:off x="848460" y="1838217"/>
          <a:ext cx="5247539" cy="73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5" tIns="77745" rIns="77745" bIns="777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📦 </a:t>
          </a:r>
          <a:r>
            <a:rPr lang="en-US" sz="1900" b="1" i="0" kern="1200" baseline="0"/>
            <a:t>Volume</a:t>
          </a:r>
          <a:r>
            <a:rPr lang="en-US" sz="1900" b="0" i="0" kern="1200" baseline="0"/>
            <a:t>: 130 files across 4 fault categories (partial use sufficient)</a:t>
          </a:r>
          <a:endParaRPr lang="en-US" sz="1900" kern="1200"/>
        </a:p>
      </dsp:txBody>
      <dsp:txXfrm>
        <a:off x="848460" y="1838217"/>
        <a:ext cx="5247539" cy="734597"/>
      </dsp:txXfrm>
    </dsp:sp>
    <dsp:sp modelId="{6DC92F81-A3D8-4BAC-9AA4-B888698F0E3B}">
      <dsp:nvSpPr>
        <dsp:cNvPr id="0" name=""/>
        <dsp:cNvSpPr/>
      </dsp:nvSpPr>
      <dsp:spPr>
        <a:xfrm>
          <a:off x="0" y="2756464"/>
          <a:ext cx="6096000" cy="73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7DDCEC-5486-404B-A027-D16E18A5A50A}">
      <dsp:nvSpPr>
        <dsp:cNvPr id="0" name=""/>
        <dsp:cNvSpPr/>
      </dsp:nvSpPr>
      <dsp:spPr>
        <a:xfrm>
          <a:off x="222215" y="2921749"/>
          <a:ext cx="404028" cy="4040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2B999-EDA4-4A96-8199-EB7A895A2002}">
      <dsp:nvSpPr>
        <dsp:cNvPr id="0" name=""/>
        <dsp:cNvSpPr/>
      </dsp:nvSpPr>
      <dsp:spPr>
        <a:xfrm>
          <a:off x="848460" y="2756464"/>
          <a:ext cx="5247539" cy="73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5" tIns="77745" rIns="77745" bIns="777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🧪 </a:t>
          </a:r>
          <a:r>
            <a:rPr lang="en-US" sz="1900" b="1" i="0" kern="1200" baseline="0"/>
            <a:t>Data Quality</a:t>
          </a:r>
          <a:r>
            <a:rPr lang="en-US" sz="1900" b="0" i="0" kern="1200" baseline="0"/>
            <a:t>: Real operational drone data (healthy + 4 fault types)</a:t>
          </a:r>
          <a:endParaRPr lang="en-US" sz="1900" kern="1200"/>
        </a:p>
      </dsp:txBody>
      <dsp:txXfrm>
        <a:off x="848460" y="2756464"/>
        <a:ext cx="5247539" cy="734597"/>
      </dsp:txXfrm>
    </dsp:sp>
    <dsp:sp modelId="{13612AE9-6EA8-4B25-8125-F0A3E8173BD3}">
      <dsp:nvSpPr>
        <dsp:cNvPr id="0" name=""/>
        <dsp:cNvSpPr/>
      </dsp:nvSpPr>
      <dsp:spPr>
        <a:xfrm>
          <a:off x="0" y="3674711"/>
          <a:ext cx="6096000" cy="73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5D954-F3B5-4BFF-8026-5446FDED2910}">
      <dsp:nvSpPr>
        <dsp:cNvPr id="0" name=""/>
        <dsp:cNvSpPr/>
      </dsp:nvSpPr>
      <dsp:spPr>
        <a:xfrm>
          <a:off x="222215" y="3839996"/>
          <a:ext cx="404028" cy="4040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0880E-54A7-454C-B7F3-FA44517BCEC3}">
      <dsp:nvSpPr>
        <dsp:cNvPr id="0" name=""/>
        <dsp:cNvSpPr/>
      </dsp:nvSpPr>
      <dsp:spPr>
        <a:xfrm>
          <a:off x="848460" y="3674711"/>
          <a:ext cx="5247539" cy="73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5" tIns="77745" rIns="77745" bIns="777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🛠️ </a:t>
          </a:r>
          <a:r>
            <a:rPr lang="en-US" sz="1900" b="1" i="0" kern="1200" baseline="0"/>
            <a:t>Setup</a:t>
          </a:r>
          <a:r>
            <a:rPr lang="en-US" sz="1900" b="0" i="0" kern="1200" baseline="0"/>
            <a:t>: Indoor tests with sensor data from drone &amp; controller</a:t>
          </a:r>
          <a:endParaRPr lang="en-US" sz="1900" kern="1200"/>
        </a:p>
      </dsp:txBody>
      <dsp:txXfrm>
        <a:off x="848460" y="3674711"/>
        <a:ext cx="5247539" cy="734597"/>
      </dsp:txXfrm>
    </dsp:sp>
    <dsp:sp modelId="{456A865A-40FC-4540-B29B-C52B7887DA2C}">
      <dsp:nvSpPr>
        <dsp:cNvPr id="0" name=""/>
        <dsp:cNvSpPr/>
      </dsp:nvSpPr>
      <dsp:spPr>
        <a:xfrm>
          <a:off x="0" y="4592958"/>
          <a:ext cx="6096000" cy="73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0225C-6125-4FE2-927A-D8311A20932E}">
      <dsp:nvSpPr>
        <dsp:cNvPr id="0" name=""/>
        <dsp:cNvSpPr/>
      </dsp:nvSpPr>
      <dsp:spPr>
        <a:xfrm>
          <a:off x="222215" y="4758242"/>
          <a:ext cx="404028" cy="4040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5CF12-CE9C-4FD0-A849-288EFC8958B3}">
      <dsp:nvSpPr>
        <dsp:cNvPr id="0" name=""/>
        <dsp:cNvSpPr/>
      </dsp:nvSpPr>
      <dsp:spPr>
        <a:xfrm>
          <a:off x="848460" y="4592958"/>
          <a:ext cx="5247539" cy="73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5" tIns="77745" rIns="77745" bIns="777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🏷️ </a:t>
          </a:r>
          <a:r>
            <a:rPr lang="en-US" sz="1900" b="1" i="0" kern="1200" baseline="0"/>
            <a:t>File Naming</a:t>
          </a:r>
          <a:r>
            <a:rPr lang="en-US" sz="1900" b="0" i="0" kern="1200" baseline="0"/>
            <a:t>: Indicates drone state (e.g., F0 = no fault, t2 = trajectory 2)</a:t>
          </a:r>
          <a:endParaRPr lang="en-US" sz="1900" kern="1200"/>
        </a:p>
      </dsp:txBody>
      <dsp:txXfrm>
        <a:off x="848460" y="4592958"/>
        <a:ext cx="5247539" cy="734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09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6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2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5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80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92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01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2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1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4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73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54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0" r:id="rId5"/>
    <p:sldLayoutId id="2147483741" r:id="rId6"/>
    <p:sldLayoutId id="2147483746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B4A40-9913-13DC-A000-3B41E5084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1062039"/>
            <a:ext cx="6096000" cy="1287872"/>
          </a:xfrm>
        </p:spPr>
        <p:txBody>
          <a:bodyPr>
            <a:normAutofit/>
          </a:bodyPr>
          <a:lstStyle/>
          <a:p>
            <a:pPr algn="r"/>
            <a:r>
              <a:rPr lang="en-US" sz="8000" dirty="0"/>
              <a:t>TRACK - UAV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5DD27-6D4D-DF25-ECAC-D16D2EF25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8762" y="2535795"/>
            <a:ext cx="6096000" cy="89320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Fault Detection and Preventive Maintenance of Drones</a:t>
            </a:r>
          </a:p>
        </p:txBody>
      </p:sp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39A19EAA-9B14-53CB-37F8-2D65BB1ADB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78" r="9088" b="-1"/>
          <a:stretch>
            <a:fillRect/>
          </a:stretch>
        </p:blipFill>
        <p:spPr>
          <a:xfrm>
            <a:off x="-2" y="-1"/>
            <a:ext cx="4572002" cy="685800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6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6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58155" y="4933805"/>
                </a:lnTo>
                <a:cubicBezTo>
                  <a:pt x="4160163" y="4953853"/>
                  <a:pt x="4171415" y="4969749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8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2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289" y="6365204"/>
                </a:lnTo>
                <a:lnTo>
                  <a:pt x="4380007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lnTo>
                  <a:pt x="4381289" y="6365204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6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1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4"/>
                  <a:pt x="4125838" y="2518264"/>
                </a:cubicBez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8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1" y="2463018"/>
                </a:cubicBez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1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6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7900967-84CA-47B4-9F1C-E787BAC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AB3C749-6482-440B-9386-94091006D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5C6B36-2238-4BBF-87F8-B1B3F5DD5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81CD8BF-3DBC-705F-7B7B-6C641057D6AF}"/>
              </a:ext>
            </a:extLst>
          </p:cNvPr>
          <p:cNvSpPr txBox="1"/>
          <p:nvPr/>
        </p:nvSpPr>
        <p:spPr>
          <a:xfrm>
            <a:off x="7334865" y="3677265"/>
            <a:ext cx="34904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EQUIPE – 14</a:t>
            </a:r>
          </a:p>
          <a:p>
            <a:pPr algn="r"/>
            <a:endParaRPr lang="pt-BR" dirty="0"/>
          </a:p>
          <a:p>
            <a:pPr algn="r"/>
            <a:r>
              <a:rPr lang="pt-BR" dirty="0"/>
              <a:t>ABOU JAOUDE Alexis</a:t>
            </a:r>
          </a:p>
          <a:p>
            <a:pPr algn="r"/>
            <a:r>
              <a:rPr lang="pt-BR" dirty="0"/>
              <a:t>RAMAMOORTHY Devaraj</a:t>
            </a:r>
          </a:p>
          <a:p>
            <a:pPr algn="r"/>
            <a:r>
              <a:rPr lang="pt-BR" dirty="0"/>
              <a:t>PRABAKARAN Rubesh</a:t>
            </a:r>
          </a:p>
          <a:p>
            <a:pPr algn="r"/>
            <a:r>
              <a:rPr lang="pt-BR" dirty="0"/>
              <a:t>BEREZIUC Denis</a:t>
            </a:r>
          </a:p>
          <a:p>
            <a:pPr algn="r"/>
            <a:r>
              <a:rPr lang="en-US" dirty="0"/>
              <a:t>GUERANDEL Louis</a:t>
            </a:r>
          </a:p>
        </p:txBody>
      </p:sp>
    </p:spTree>
    <p:extLst>
      <p:ext uri="{BB962C8B-B14F-4D97-AF65-F5344CB8AC3E}">
        <p14:creationId xmlns:p14="http://schemas.microsoft.com/office/powerpoint/2010/main" val="161127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CAE99-56DE-0EAB-6E0E-7B2014D4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09650"/>
            <a:ext cx="4400549" cy="1857375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5" name="Picture 14" descr="Vibrant green forest">
            <a:extLst>
              <a:ext uri="{FF2B5EF4-FFF2-40B4-BE49-F238E27FC236}">
                <a16:creationId xmlns:a16="http://schemas.microsoft.com/office/drawing/2014/main" id="{AD08B6E4-160A-C9B4-D8F8-04F1E73D7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8" r="21161" b="-1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1C62-4E30-BB63-9B87-518273486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109956"/>
            <a:ext cx="4400549" cy="3167019"/>
          </a:xfrm>
        </p:spPr>
        <p:txBody>
          <a:bodyPr anchor="t">
            <a:normAutofit/>
          </a:bodyPr>
          <a:lstStyle/>
          <a:p>
            <a:r>
              <a:rPr lang="en-US" sz="2400"/>
              <a:t>Introduction</a:t>
            </a:r>
          </a:p>
          <a:p>
            <a:r>
              <a:rPr lang="en-US" sz="2400"/>
              <a:t>Objective</a:t>
            </a:r>
          </a:p>
          <a:p>
            <a:r>
              <a:rPr lang="en-US" sz="2400"/>
              <a:t>Dataset Summary</a:t>
            </a:r>
          </a:p>
          <a:p>
            <a:r>
              <a:rPr lang="en-US" sz="2400"/>
              <a:t>Data Pre-processing</a:t>
            </a:r>
          </a:p>
          <a:p>
            <a:r>
              <a:rPr lang="en-US" sz="2400"/>
              <a:t>Feature Engineering</a:t>
            </a:r>
          </a:p>
          <a:p>
            <a:r>
              <a:rPr lang="en-US" sz="2400"/>
              <a:t>Model Prediction Report – </a:t>
            </a:r>
            <a:br>
              <a:rPr lang="en-US" sz="2400"/>
            </a:br>
            <a:r>
              <a:rPr lang="en-US" sz="2400"/>
              <a:t>Random Forest Classifier</a:t>
            </a:r>
          </a:p>
        </p:txBody>
      </p:sp>
    </p:spTree>
    <p:extLst>
      <p:ext uri="{BB962C8B-B14F-4D97-AF65-F5344CB8AC3E}">
        <p14:creationId xmlns:p14="http://schemas.microsoft.com/office/powerpoint/2010/main" val="1430244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D86CC-3CE6-EE46-4D00-5932063C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09651"/>
            <a:ext cx="4400549" cy="1331616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Picture 4" descr="Drone flying over a field">
            <a:extLst>
              <a:ext uri="{FF2B5EF4-FFF2-40B4-BE49-F238E27FC236}">
                <a16:creationId xmlns:a16="http://schemas.microsoft.com/office/drawing/2014/main" id="{6B04299B-D3B6-9AD8-3DAE-5B44EC0FE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62" r="18657" b="-1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B3F9757E-8847-0186-9078-75DE5DF75C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681330"/>
            <a:ext cx="4400549" cy="31670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📦 Drones are used in logistics, surveillance, inspection, and rescue.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⚠️ Growing usage raises concerns about reliability and safety.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💥 Failures can cause equipment loss, service disruption, or harm.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🛠️ Preventive maintenance is key to avoiding breakdowns.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🔍 Early fault detection helps intervene before incidents occur</a:t>
            </a:r>
          </a:p>
        </p:txBody>
      </p:sp>
    </p:spTree>
    <p:extLst>
      <p:ext uri="{BB962C8B-B14F-4D97-AF65-F5344CB8AC3E}">
        <p14:creationId xmlns:p14="http://schemas.microsoft.com/office/powerpoint/2010/main" val="268495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724D3-F478-01BC-4C1A-EE5A98F1E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1"/>
            <a:ext cx="3047999" cy="3810000"/>
          </a:xfrm>
        </p:spPr>
        <p:txBody>
          <a:bodyPr anchor="b"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2" name="Rectangle 1">
            <a:extLst>
              <a:ext uri="{FF2B5EF4-FFF2-40B4-BE49-F238E27FC236}">
                <a16:creationId xmlns:a16="http://schemas.microsoft.com/office/drawing/2014/main" id="{BB12B06B-5A4D-BEBF-A797-454B7EB0AC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589760"/>
              </p:ext>
            </p:extLst>
          </p:nvPr>
        </p:nvGraphicFramePr>
        <p:xfrm>
          <a:off x="5334000" y="766719"/>
          <a:ext cx="6096000" cy="532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049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A9198-30C1-4282-B7BE-908EA583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1"/>
            <a:ext cx="3047999" cy="3810000"/>
          </a:xfrm>
        </p:spPr>
        <p:txBody>
          <a:bodyPr anchor="b">
            <a:normAutofit/>
          </a:bodyPr>
          <a:lstStyle/>
          <a:p>
            <a:r>
              <a:rPr lang="en-US" dirty="0"/>
              <a:t>DATASET SUMMARY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18DB71F3-EECA-DD48-A2CC-326F87564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709829"/>
              </p:ext>
            </p:extLst>
          </p:nvPr>
        </p:nvGraphicFramePr>
        <p:xfrm>
          <a:off x="5334000" y="766719"/>
          <a:ext cx="6096000" cy="532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152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2F2D4-297C-353F-D03E-DC7B5BDD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2" y="1163594"/>
            <a:ext cx="6095998" cy="1624055"/>
          </a:xfrm>
        </p:spPr>
        <p:txBody>
          <a:bodyPr anchor="b">
            <a:normAutofit/>
          </a:bodyPr>
          <a:lstStyle/>
          <a:p>
            <a:r>
              <a:rPr lang="en-US" dirty="0"/>
              <a:t>DATA PRE – PROCESSING </a:t>
            </a:r>
          </a:p>
        </p:txBody>
      </p: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7B6B371A-7E9A-2907-53B9-ED9FF836E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1" y="2243910"/>
            <a:ext cx="2771774" cy="2771774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0822D1-9EEA-4ECF-9360-D9AF8795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292A62-7F34-4E30-BE04-48164A1D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4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2D357AB-4656-F341-4FC5-EDE67A79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2" y="3047999"/>
            <a:ext cx="6095998" cy="3048001"/>
          </a:xfrm>
        </p:spPr>
        <p:txBody>
          <a:bodyPr>
            <a:normAutofit/>
          </a:bodyPr>
          <a:lstStyle/>
          <a:p>
            <a:r>
              <a:rPr lang="en-US" sz="2200"/>
              <a:t>Loaded and merged MATLAB .mat files (</a:t>
            </a:r>
            <a:r>
              <a:rPr lang="en-US" sz="2200" err="1"/>
              <a:t>commander_data</a:t>
            </a:r>
            <a:r>
              <a:rPr lang="en-US" sz="2200"/>
              <a:t>, </a:t>
            </a:r>
            <a:r>
              <a:rPr lang="en-US" sz="2200" err="1"/>
              <a:t>qdrone_data</a:t>
            </a:r>
            <a:r>
              <a:rPr lang="en-US" sz="2200"/>
              <a:t>, </a:t>
            </a:r>
            <a:r>
              <a:rPr lang="en-US" sz="2200" err="1"/>
              <a:t>stabilizer_data</a:t>
            </a:r>
            <a:r>
              <a:rPr lang="en-US" sz="2200"/>
              <a:t>)</a:t>
            </a:r>
          </a:p>
          <a:p>
            <a:r>
              <a:rPr lang="en-US" sz="2200"/>
              <a:t>Aligned all sensor data using the </a:t>
            </a:r>
            <a:r>
              <a:rPr lang="en-US" sz="2200" b="1"/>
              <a:t>Time</a:t>
            </a:r>
            <a:r>
              <a:rPr lang="en-US" sz="2200"/>
              <a:t> index</a:t>
            </a:r>
          </a:p>
          <a:p>
            <a:r>
              <a:rPr lang="en-US" sz="2200"/>
              <a:t>Cleaned missing or noisy values using interpolation and smoothing filters</a:t>
            </a:r>
          </a:p>
          <a:p>
            <a:r>
              <a:rPr lang="en-US" sz="2200"/>
              <a:t>Encoded health status → 0: Healthy, 1: Faulty</a:t>
            </a:r>
          </a:p>
          <a:p>
            <a:r>
              <a:rPr lang="en-US" sz="2200"/>
              <a:t>Normalized numerical features using </a:t>
            </a:r>
            <a:r>
              <a:rPr lang="en-US" sz="2200" b="1" err="1"/>
              <a:t>StandardScaler</a:t>
            </a:r>
            <a:r>
              <a:rPr lang="en-US" sz="2200"/>
              <a:t> and </a:t>
            </a:r>
            <a:r>
              <a:rPr lang="en-US" sz="2200" b="1" err="1"/>
              <a:t>MinMaxScaler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9022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1D0F8-B557-2198-E16B-D7B84E9B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1" y="1163594"/>
            <a:ext cx="6095999" cy="1624055"/>
          </a:xfrm>
        </p:spPr>
        <p:txBody>
          <a:bodyPr anchor="b"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pic>
        <p:nvPicPr>
          <p:cNvPr id="6" name="Picture 5" descr="Phoroptor">
            <a:extLst>
              <a:ext uri="{FF2B5EF4-FFF2-40B4-BE49-F238E27FC236}">
                <a16:creationId xmlns:a16="http://schemas.microsoft.com/office/drawing/2014/main" id="{C7C0E40F-E8D4-8B59-8EF6-1D356BCE8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62" r="14737" b="-1"/>
          <a:stretch>
            <a:fillRect/>
          </a:stretch>
        </p:blipFill>
        <p:spPr>
          <a:xfrm>
            <a:off x="20" y="10"/>
            <a:ext cx="4571982" cy="685799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7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1"/>
                  <a:pt x="4093355" y="3574408"/>
                </a:cubicBezTo>
                <a:lnTo>
                  <a:pt x="4093356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6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5"/>
                </a:cubicBezTo>
                <a:lnTo>
                  <a:pt x="4158155" y="4933805"/>
                </a:lnTo>
                <a:lnTo>
                  <a:pt x="4158155" y="4933806"/>
                </a:lnTo>
                <a:cubicBezTo>
                  <a:pt x="4160163" y="4953853"/>
                  <a:pt x="4171415" y="4969748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9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1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314" y="6364769"/>
                </a:lnTo>
                <a:lnTo>
                  <a:pt x="4380007" y="6387910"/>
                </a:lnTo>
                <a:lnTo>
                  <a:pt x="4377352" y="6393385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7352" y="6393385"/>
                </a:lnTo>
                <a:lnTo>
                  <a:pt x="4380008" y="6387910"/>
                </a:lnTo>
                <a:lnTo>
                  <a:pt x="4381314" y="6364769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9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5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6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2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5"/>
                  <a:pt x="4125838" y="2518264"/>
                </a:cubicBezTo>
                <a:cubicBezTo>
                  <a:pt x="4123171" y="2527790"/>
                  <a:pt x="4122027" y="2536458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7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2" y="2463019"/>
                </a:cubicBezTo>
                <a:lnTo>
                  <a:pt x="4134481" y="2463018"/>
                </a:lnTo>
                <a:lnTo>
                  <a:pt x="4134482" y="2463018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8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8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2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5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effectLst>
            <a:outerShdw blurRad="381000" dist="152400" algn="l" rotWithShape="0">
              <a:prstClr val="black">
                <a:alpha val="10000"/>
              </a:prstClr>
            </a:outerShdw>
          </a:effec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0822D1-9EEA-4ECF-9360-D9AF8795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292A62-7F34-4E30-BE04-48164A1D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4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DFCC5D-99DA-0530-43BF-F4F57646C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1" y="3047999"/>
            <a:ext cx="6095999" cy="304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Positional &amp; Yaw Errors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deviation from reference trajectory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Speed &amp; Acceleration Magnitudes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motion stability indicators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Motor Asymmetry Index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imbalance between motor outputs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Thrust Smoothness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control signal stability measure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Angular Velocity &amp; Acceleration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dynamic response of the drone</a:t>
            </a:r>
          </a:p>
        </p:txBody>
      </p:sp>
    </p:spTree>
    <p:extLst>
      <p:ext uri="{BB962C8B-B14F-4D97-AF65-F5344CB8AC3E}">
        <p14:creationId xmlns:p14="http://schemas.microsoft.com/office/powerpoint/2010/main" val="291579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4E73A-069D-B79F-BDF4-306D7D79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780" y="2478088"/>
            <a:ext cx="3810001" cy="1901824"/>
          </a:xfrm>
        </p:spPr>
        <p:txBody>
          <a:bodyPr anchor="b">
            <a:normAutofit/>
          </a:bodyPr>
          <a:lstStyle/>
          <a:p>
            <a:r>
              <a:rPr lang="en-US" dirty="0"/>
              <a:t>FEATURE CORRELATION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8ECEC9-0694-7B1D-DBAD-B8B5DFD8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3" y="331596"/>
            <a:ext cx="7440057" cy="61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37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75B8F-1889-ADBA-94AF-804B5C410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039" y="2664383"/>
            <a:ext cx="3810001" cy="1901824"/>
          </a:xfrm>
        </p:spPr>
        <p:txBody>
          <a:bodyPr anchor="b">
            <a:normAutofit/>
          </a:bodyPr>
          <a:lstStyle/>
          <a:p>
            <a:r>
              <a:rPr lang="en-US" sz="3100" dirty="0"/>
              <a:t>MODEL PREDICTION REPORT – </a:t>
            </a:r>
            <a:br>
              <a:rPr lang="en-US" sz="3100" dirty="0"/>
            </a:br>
            <a:r>
              <a:rPr lang="en-US" sz="3100" dirty="0"/>
              <a:t>RANDOM FOREST CLASSIFIER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4FBD2F-6320-77A5-6783-4A737DF3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394753"/>
            <a:ext cx="6890301" cy="604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1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EEDB3-045E-0656-BCA5-4DFCC7E5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9" y="2573948"/>
            <a:ext cx="3810001" cy="1901824"/>
          </a:xfrm>
        </p:spPr>
        <p:txBody>
          <a:bodyPr anchor="b">
            <a:normAutofit/>
          </a:bodyPr>
          <a:lstStyle/>
          <a:p>
            <a:r>
              <a:rPr lang="en-US" dirty="0"/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613B5-55DF-C2A7-2B9F-C4A65C42A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97645"/>
            <a:ext cx="6095047" cy="46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7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2543B-D4C6-26AE-F508-A064EE98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261" y="2821860"/>
            <a:ext cx="3810001" cy="1214280"/>
          </a:xfrm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B56B095F-D05D-4581-ABE3-D88AC877E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523" y="762000"/>
            <a:ext cx="533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10296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Impac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706B67AA0EC048868A9D65AC7C67B5" ma:contentTypeVersion="11" ma:contentTypeDescription="Crée un document." ma:contentTypeScope="" ma:versionID="2b90d35b9fb15450e7d14291d5432e87">
  <xsd:schema xmlns:xsd="http://www.w3.org/2001/XMLSchema" xmlns:xs="http://www.w3.org/2001/XMLSchema" xmlns:p="http://schemas.microsoft.com/office/2006/metadata/properties" xmlns:ns3="bbe1e18d-8b40-4b0b-862b-ca0538e16b69" targetNamespace="http://schemas.microsoft.com/office/2006/metadata/properties" ma:root="true" ma:fieldsID="fc01f6a5392266d5dadff91da9065c38" ns3:_="">
    <xsd:import namespace="bbe1e18d-8b40-4b0b-862b-ca0538e16b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e1e18d-8b40-4b0b-862b-ca0538e16b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e1e18d-8b40-4b0b-862b-ca0538e16b69" xsi:nil="true"/>
  </documentManagement>
</p:properties>
</file>

<file path=customXml/itemProps1.xml><?xml version="1.0" encoding="utf-8"?>
<ds:datastoreItem xmlns:ds="http://schemas.openxmlformats.org/officeDocument/2006/customXml" ds:itemID="{33C52CE8-083A-4CA3-8762-74CF258AAB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71CA90-E3E7-4773-8500-797D947D1A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e1e18d-8b40-4b0b-862b-ca0538e16b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B00F04-CA4D-4981-B7CD-868BEA82CC15}">
  <ds:schemaRefs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be1e18d-8b40-4b0b-862b-ca0538e16b6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346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Nova Cond</vt:lpstr>
      <vt:lpstr>Impact</vt:lpstr>
      <vt:lpstr>TornVTI</vt:lpstr>
      <vt:lpstr>TRACK - UAV</vt:lpstr>
      <vt:lpstr>AGENDA</vt:lpstr>
      <vt:lpstr>INTRODUCTION</vt:lpstr>
      <vt:lpstr>OBJECTIVE</vt:lpstr>
      <vt:lpstr>DATASET SUMMARY</vt:lpstr>
      <vt:lpstr>DATA PRE – PROCESSING </vt:lpstr>
      <vt:lpstr>FEATURE ENGINEERING</vt:lpstr>
      <vt:lpstr>FEATURE CORRELATION</vt:lpstr>
      <vt:lpstr>MODEL PREDICTION REPORT –  RANDOM FOREST CLASSIFIER</vt:lpstr>
      <vt:lpstr>CONFUSION MATRIX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RAMAMOORTHY Devaraj</dc:creator>
  <cp:lastModifiedBy>RAMAMOORTHY Devaraj</cp:lastModifiedBy>
  <cp:revision>4</cp:revision>
  <dcterms:created xsi:type="dcterms:W3CDTF">2025-11-07T08:18:06Z</dcterms:created>
  <dcterms:modified xsi:type="dcterms:W3CDTF">2025-11-07T10:14:14Z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0x010100F2706B67AA0EC048868A9D65AC7C67B5</vt:lpwstr>
  </property>
</Properties>
</file>